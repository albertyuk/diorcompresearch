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145705679" r:id="rId5"/>
    <p:sldId id="2147483592" r:id="rId6"/>
    <p:sldId id="260" r:id="rId7"/>
    <p:sldId id="264" r:id="rId8"/>
    <p:sldId id="2147475476" r:id="rId9"/>
    <p:sldId id="2147475477" r:id="rId10"/>
    <p:sldId id="2147483647" r:id="rId11"/>
    <p:sldId id="2147475491" r:id="rId12"/>
    <p:sldId id="2147483640" r:id="rId13"/>
    <p:sldId id="258" r:id="rId14"/>
    <p:sldId id="2147483646" r:id="rId15"/>
    <p:sldId id="2147475494" r:id="rId16"/>
    <p:sldId id="2147475507" r:id="rId17"/>
    <p:sldId id="2147483634" r:id="rId18"/>
    <p:sldId id="256" r:id="rId19"/>
    <p:sldId id="2147475500" r:id="rId20"/>
    <p:sldId id="2147483641" r:id="rId21"/>
    <p:sldId id="263" r:id="rId22"/>
    <p:sldId id="257" r:id="rId23"/>
  </p:sldIdLst>
  <p:sldSz cx="12192000" cy="6858000"/>
  <p:notesSz cx="9866313" cy="142954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70612E-6166-5455-B2E3-BFC551C86966}" name="Amelie WANG" initials="AW" userId="S::awang@christiandior.com::a3694db2-d5f2-4cf2-aad7-3f283f9947c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7C671-EB96-4F98-AEA4-BE183D4808D7}" v="68" dt="2026-07-14T10:07:56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19"/>
  </p:normalViewPr>
  <p:slideViewPr>
    <p:cSldViewPr snapToGrid="0">
      <p:cViewPr varScale="1">
        <p:scale>
          <a:sx n="59" d="100"/>
          <a:sy n="59" d="100"/>
        </p:scale>
        <p:origin x="1044" y="52"/>
      </p:cViewPr>
      <p:guideLst>
        <p:guide orient="horz" pos="1321"/>
        <p:guide pos="7423"/>
        <p:guide orient="horz" pos="1162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 YUK" userId="4520557c-7491-4c34-a648-5c3d0eacc9c9" providerId="ADAL" clId="{DAC01AF1-3A7A-4F67-BCC6-FF5722430F14}"/>
    <pc:docChg chg="undo custSel addSld delSld modSld">
      <pc:chgData name="Albert YUK" userId="4520557c-7491-4c34-a648-5c3d0eacc9c9" providerId="ADAL" clId="{DAC01AF1-3A7A-4F67-BCC6-FF5722430F14}" dt="2026-07-14T10:08:21.284" v="2022" actId="20577"/>
      <pc:docMkLst>
        <pc:docMk/>
      </pc:docMkLst>
      <pc:sldChg chg="del">
        <pc:chgData name="Albert YUK" userId="4520557c-7491-4c34-a648-5c3d0eacc9c9" providerId="ADAL" clId="{DAC01AF1-3A7A-4F67-BCC6-FF5722430F14}" dt="2026-07-14T08:52:53.679" v="675" actId="47"/>
        <pc:sldMkLst>
          <pc:docMk/>
          <pc:sldMk cId="1968131764" sldId="256"/>
        </pc:sldMkLst>
      </pc:sldChg>
      <pc:sldChg chg="addSp delSp modSp add mod">
        <pc:chgData name="Albert YUK" userId="4520557c-7491-4c34-a648-5c3d0eacc9c9" providerId="ADAL" clId="{DAC01AF1-3A7A-4F67-BCC6-FF5722430F14}" dt="2026-07-14T09:07:13.310" v="1013" actId="1037"/>
        <pc:sldMkLst>
          <pc:docMk/>
          <pc:sldMk cId="2064674056" sldId="256"/>
        </pc:sldMkLst>
        <pc:spChg chg="mod">
          <ac:chgData name="Albert YUK" userId="4520557c-7491-4c34-a648-5c3d0eacc9c9" providerId="ADAL" clId="{DAC01AF1-3A7A-4F67-BCC6-FF5722430F14}" dt="2026-07-14T09:05:16.024" v="995" actId="20577"/>
          <ac:spMkLst>
            <pc:docMk/>
            <pc:sldMk cId="2064674056" sldId="256"/>
            <ac:spMk id="2" creationId="{0236AB36-B81E-98FF-3E21-AF7F9C3A841A}"/>
          </ac:spMkLst>
        </pc:spChg>
        <pc:spChg chg="mod">
          <ac:chgData name="Albert YUK" userId="4520557c-7491-4c34-a648-5c3d0eacc9c9" providerId="ADAL" clId="{DAC01AF1-3A7A-4F67-BCC6-FF5722430F14}" dt="2026-07-14T09:07:00.292" v="997" actId="1076"/>
          <ac:spMkLst>
            <pc:docMk/>
            <pc:sldMk cId="2064674056" sldId="256"/>
            <ac:spMk id="33" creationId="{8D760349-7D47-5B9E-DDFB-55B969350889}"/>
          </ac:spMkLst>
        </pc:spChg>
        <pc:grpChg chg="add del">
          <ac:chgData name="Albert YUK" userId="4520557c-7491-4c34-a648-5c3d0eacc9c9" providerId="ADAL" clId="{DAC01AF1-3A7A-4F67-BCC6-FF5722430F14}" dt="2026-07-14T09:07:08.506" v="1001" actId="165"/>
          <ac:grpSpMkLst>
            <pc:docMk/>
            <pc:sldMk cId="2064674056" sldId="256"/>
            <ac:grpSpMk id="9" creationId="{CE05B2BF-3C8C-F14C-CE9F-0337738B40F4}"/>
          </ac:grpSpMkLst>
        </pc:grpChg>
        <pc:picChg chg="del ord">
          <ac:chgData name="Albert YUK" userId="4520557c-7491-4c34-a648-5c3d0eacc9c9" providerId="ADAL" clId="{DAC01AF1-3A7A-4F67-BCC6-FF5722430F14}" dt="2026-07-14T09:04:38.506" v="961" actId="478"/>
          <ac:picMkLst>
            <pc:docMk/>
            <pc:sldMk cId="2064674056" sldId="256"/>
            <ac:picMk id="6" creationId="{C5A0ED6A-8ED1-369D-0314-D941CEBFAF38}"/>
          </ac:picMkLst>
        </pc:picChg>
        <pc:picChg chg="add mod ord">
          <ac:chgData name="Albert YUK" userId="4520557c-7491-4c34-a648-5c3d0eacc9c9" providerId="ADAL" clId="{DAC01AF1-3A7A-4F67-BCC6-FF5722430F14}" dt="2026-07-14T09:04:33.027" v="960" actId="167"/>
          <ac:picMkLst>
            <pc:docMk/>
            <pc:sldMk cId="2064674056" sldId="256"/>
            <ac:picMk id="7" creationId="{959F685F-14C6-0915-D144-02A94E6C1C13}"/>
          </ac:picMkLst>
        </pc:picChg>
        <pc:picChg chg="del ord">
          <ac:chgData name="Albert YUK" userId="4520557c-7491-4c34-a648-5c3d0eacc9c9" providerId="ADAL" clId="{DAC01AF1-3A7A-4F67-BCC6-FF5722430F14}" dt="2026-07-14T09:04:38.506" v="961" actId="478"/>
          <ac:picMkLst>
            <pc:docMk/>
            <pc:sldMk cId="2064674056" sldId="256"/>
            <ac:picMk id="10" creationId="{8C5F6398-D65A-9224-7B67-274ED67646DF}"/>
          </ac:picMkLst>
        </pc:picChg>
        <pc:picChg chg="mod topLvl">
          <ac:chgData name="Albert YUK" userId="4520557c-7491-4c34-a648-5c3d0eacc9c9" providerId="ADAL" clId="{DAC01AF1-3A7A-4F67-BCC6-FF5722430F14}" dt="2026-07-14T09:07:08.506" v="1001" actId="165"/>
          <ac:picMkLst>
            <pc:docMk/>
            <pc:sldMk cId="2064674056" sldId="256"/>
            <ac:picMk id="11" creationId="{A0C36730-0EA1-F456-31C0-D24E491A132D}"/>
          </ac:picMkLst>
        </pc:picChg>
        <pc:picChg chg="del mod topLvl">
          <ac:chgData name="Albert YUK" userId="4520557c-7491-4c34-a648-5c3d0eacc9c9" providerId="ADAL" clId="{DAC01AF1-3A7A-4F67-BCC6-FF5722430F14}" dt="2026-07-14T09:07:10.831" v="1002" actId="478"/>
          <ac:picMkLst>
            <pc:docMk/>
            <pc:sldMk cId="2064674056" sldId="256"/>
            <ac:picMk id="12" creationId="{5140E617-4C2D-77AE-06F8-0A6BAAFD87C2}"/>
          </ac:picMkLst>
        </pc:picChg>
        <pc:picChg chg="mod topLvl">
          <ac:chgData name="Albert YUK" userId="4520557c-7491-4c34-a648-5c3d0eacc9c9" providerId="ADAL" clId="{DAC01AF1-3A7A-4F67-BCC6-FF5722430F14}" dt="2026-07-14T09:07:13.310" v="1013" actId="1037"/>
          <ac:picMkLst>
            <pc:docMk/>
            <pc:sldMk cId="2064674056" sldId="256"/>
            <ac:picMk id="13" creationId="{61A65367-CABC-1483-7B43-D6EEA5F9D874}"/>
          </ac:picMkLst>
        </pc:picChg>
        <pc:picChg chg="add mod ord">
          <ac:chgData name="Albert YUK" userId="4520557c-7491-4c34-a648-5c3d0eacc9c9" providerId="ADAL" clId="{DAC01AF1-3A7A-4F67-BCC6-FF5722430F14}" dt="2026-07-14T09:04:33.027" v="960" actId="167"/>
          <ac:picMkLst>
            <pc:docMk/>
            <pc:sldMk cId="2064674056" sldId="256"/>
            <ac:picMk id="14" creationId="{C1971E90-81F7-772E-943C-906E2DBC6BFA}"/>
          </ac:picMkLst>
        </pc:picChg>
        <pc:picChg chg="del">
          <ac:chgData name="Albert YUK" userId="4520557c-7491-4c34-a648-5c3d0eacc9c9" providerId="ADAL" clId="{DAC01AF1-3A7A-4F67-BCC6-FF5722430F14}" dt="2026-07-14T09:07:01.963" v="998" actId="478"/>
          <ac:picMkLst>
            <pc:docMk/>
            <pc:sldMk cId="2064674056" sldId="256"/>
            <ac:picMk id="15" creationId="{CD6E377C-E7AC-4CE5-60E0-D7546D8D6D94}"/>
          </ac:picMkLst>
        </pc:picChg>
        <pc:picChg chg="del ord">
          <ac:chgData name="Albert YUK" userId="4520557c-7491-4c34-a648-5c3d0eacc9c9" providerId="ADAL" clId="{DAC01AF1-3A7A-4F67-BCC6-FF5722430F14}" dt="2026-07-14T09:04:38.506" v="961" actId="478"/>
          <ac:picMkLst>
            <pc:docMk/>
            <pc:sldMk cId="2064674056" sldId="256"/>
            <ac:picMk id="17" creationId="{53101235-F6DB-0D11-60F2-2C72A05CA93B}"/>
          </ac:picMkLst>
        </pc:picChg>
        <pc:picChg chg="add mod ord">
          <ac:chgData name="Albert YUK" userId="4520557c-7491-4c34-a648-5c3d0eacc9c9" providerId="ADAL" clId="{DAC01AF1-3A7A-4F67-BCC6-FF5722430F14}" dt="2026-07-14T09:04:33.027" v="960" actId="167"/>
          <ac:picMkLst>
            <pc:docMk/>
            <pc:sldMk cId="2064674056" sldId="256"/>
            <ac:picMk id="18" creationId="{F56CB60D-9A2B-CF74-E8F8-7A465FB8FDE0}"/>
          </ac:picMkLst>
        </pc:picChg>
      </pc:sldChg>
      <pc:sldChg chg="del">
        <pc:chgData name="Albert YUK" userId="4520557c-7491-4c34-a648-5c3d0eacc9c9" providerId="ADAL" clId="{DAC01AF1-3A7A-4F67-BCC6-FF5722430F14}" dt="2026-07-14T08:52:53.679" v="675" actId="47"/>
        <pc:sldMkLst>
          <pc:docMk/>
          <pc:sldMk cId="193867373" sldId="257"/>
        </pc:sldMkLst>
      </pc:sldChg>
      <pc:sldChg chg="addSp delSp modSp add mod">
        <pc:chgData name="Albert YUK" userId="4520557c-7491-4c34-a648-5c3d0eacc9c9" providerId="ADAL" clId="{DAC01AF1-3A7A-4F67-BCC6-FF5722430F14}" dt="2026-07-14T10:07:56.058" v="2017" actId="1037"/>
        <pc:sldMkLst>
          <pc:docMk/>
          <pc:sldMk cId="2767642336" sldId="257"/>
        </pc:sldMkLst>
        <pc:spChg chg="mod">
          <ac:chgData name="Albert YUK" userId="4520557c-7491-4c34-a648-5c3d0eacc9c9" providerId="ADAL" clId="{DAC01AF1-3A7A-4F67-BCC6-FF5722430F14}" dt="2026-07-14T10:03:28.139" v="1952" actId="20577"/>
          <ac:spMkLst>
            <pc:docMk/>
            <pc:sldMk cId="2767642336" sldId="257"/>
            <ac:spMk id="2" creationId="{F5700653-996D-8EE3-73C0-F81C6508C59B}"/>
          </ac:spMkLst>
        </pc:spChg>
        <pc:grpChg chg="del">
          <ac:chgData name="Albert YUK" userId="4520557c-7491-4c34-a648-5c3d0eacc9c9" providerId="ADAL" clId="{DAC01AF1-3A7A-4F67-BCC6-FF5722430F14}" dt="2026-07-14T10:07:49.019" v="2004" actId="165"/>
          <ac:grpSpMkLst>
            <pc:docMk/>
            <pc:sldMk cId="2767642336" sldId="257"/>
            <ac:grpSpMk id="26" creationId="{87BED30C-0124-7BB7-8232-6E298243C179}"/>
          </ac:grpSpMkLst>
        </pc:grpChg>
        <pc:picChg chg="mod">
          <ac:chgData name="Albert YUK" userId="4520557c-7491-4c34-a648-5c3d0eacc9c9" providerId="ADAL" clId="{DAC01AF1-3A7A-4F67-BCC6-FF5722430F14}" dt="2026-07-14T10:07:38.028" v="2001" actId="1076"/>
          <ac:picMkLst>
            <pc:docMk/>
            <pc:sldMk cId="2767642336" sldId="257"/>
            <ac:picMk id="3" creationId="{D6111115-B4DF-E199-0658-C6408467BD2E}"/>
          </ac:picMkLst>
        </pc:picChg>
        <pc:picChg chg="del">
          <ac:chgData name="Albert YUK" userId="4520557c-7491-4c34-a648-5c3d0eacc9c9" providerId="ADAL" clId="{DAC01AF1-3A7A-4F67-BCC6-FF5722430F14}" dt="2026-07-14T10:03:34.147" v="1953" actId="478"/>
          <ac:picMkLst>
            <pc:docMk/>
            <pc:sldMk cId="2767642336" sldId="257"/>
            <ac:picMk id="7" creationId="{B59C409C-8C38-F151-93FF-03C526588252}"/>
          </ac:picMkLst>
        </pc:picChg>
        <pc:picChg chg="add del mod">
          <ac:chgData name="Albert YUK" userId="4520557c-7491-4c34-a648-5c3d0eacc9c9" providerId="ADAL" clId="{DAC01AF1-3A7A-4F67-BCC6-FF5722430F14}" dt="2026-07-14T10:06:47.188" v="1983" actId="478"/>
          <ac:picMkLst>
            <pc:docMk/>
            <pc:sldMk cId="2767642336" sldId="257"/>
            <ac:picMk id="8" creationId="{71B60113-868B-D9A0-A172-8F7960D9F83D}"/>
          </ac:picMkLst>
        </pc:picChg>
        <pc:picChg chg="del">
          <ac:chgData name="Albert YUK" userId="4520557c-7491-4c34-a648-5c3d0eacc9c9" providerId="ADAL" clId="{DAC01AF1-3A7A-4F67-BCC6-FF5722430F14}" dt="2026-07-14T10:03:34.147" v="1953" actId="478"/>
          <ac:picMkLst>
            <pc:docMk/>
            <pc:sldMk cId="2767642336" sldId="257"/>
            <ac:picMk id="9" creationId="{5352D5D2-3595-8B86-F7B1-6D55469A5463}"/>
          </ac:picMkLst>
        </pc:picChg>
        <pc:picChg chg="add mod modCrop">
          <ac:chgData name="Albert YUK" userId="4520557c-7491-4c34-a648-5c3d0eacc9c9" providerId="ADAL" clId="{DAC01AF1-3A7A-4F67-BCC6-FF5722430F14}" dt="2026-07-14T10:07:41.705" v="2002" actId="14100"/>
          <ac:picMkLst>
            <pc:docMk/>
            <pc:sldMk cId="2767642336" sldId="257"/>
            <ac:picMk id="11" creationId="{FE63E549-1FFF-1209-5CE0-AE28B67241DC}"/>
          </ac:picMkLst>
        </pc:picChg>
        <pc:picChg chg="del">
          <ac:chgData name="Albert YUK" userId="4520557c-7491-4c34-a648-5c3d0eacc9c9" providerId="ADAL" clId="{DAC01AF1-3A7A-4F67-BCC6-FF5722430F14}" dt="2026-07-14T10:03:34.147" v="1953" actId="478"/>
          <ac:picMkLst>
            <pc:docMk/>
            <pc:sldMk cId="2767642336" sldId="257"/>
            <ac:picMk id="13" creationId="{7B9A6EF0-7DB2-05A5-7F00-7A4B18BBDBF1}"/>
          </ac:picMkLst>
        </pc:picChg>
        <pc:picChg chg="add mod">
          <ac:chgData name="Albert YUK" userId="4520557c-7491-4c34-a648-5c3d0eacc9c9" providerId="ADAL" clId="{DAC01AF1-3A7A-4F67-BCC6-FF5722430F14}" dt="2026-07-14T10:07:31.686" v="1999" actId="14100"/>
          <ac:picMkLst>
            <pc:docMk/>
            <pc:sldMk cId="2767642336" sldId="257"/>
            <ac:picMk id="14" creationId="{EFEB8EE0-8512-829D-56A3-5E1EED2FCCB8}"/>
          </ac:picMkLst>
        </pc:picChg>
        <pc:picChg chg="del">
          <ac:chgData name="Albert YUK" userId="4520557c-7491-4c34-a648-5c3d0eacc9c9" providerId="ADAL" clId="{DAC01AF1-3A7A-4F67-BCC6-FF5722430F14}" dt="2026-07-14T10:03:34.147" v="1953" actId="478"/>
          <ac:picMkLst>
            <pc:docMk/>
            <pc:sldMk cId="2767642336" sldId="257"/>
            <ac:picMk id="18" creationId="{FDDCD440-4D0C-BC9A-535D-8EDA6E170EC7}"/>
          </ac:picMkLst>
        </pc:picChg>
        <pc:picChg chg="mod topLvl">
          <ac:chgData name="Albert YUK" userId="4520557c-7491-4c34-a648-5c3d0eacc9c9" providerId="ADAL" clId="{DAC01AF1-3A7A-4F67-BCC6-FF5722430F14}" dt="2026-07-14T10:07:49.019" v="2004" actId="165"/>
          <ac:picMkLst>
            <pc:docMk/>
            <pc:sldMk cId="2767642336" sldId="257"/>
            <ac:picMk id="32" creationId="{7717E956-F7D2-D463-A437-5FA110F603A2}"/>
          </ac:picMkLst>
        </pc:picChg>
        <pc:picChg chg="del mod topLvl">
          <ac:chgData name="Albert YUK" userId="4520557c-7491-4c34-a648-5c3d0eacc9c9" providerId="ADAL" clId="{DAC01AF1-3A7A-4F67-BCC6-FF5722430F14}" dt="2026-07-14T10:07:50.858" v="2005" actId="478"/>
          <ac:picMkLst>
            <pc:docMk/>
            <pc:sldMk cId="2767642336" sldId="257"/>
            <ac:picMk id="34" creationId="{56B30BAC-2146-6938-5941-2C6CA2D4A3C5}"/>
          </ac:picMkLst>
        </pc:picChg>
        <pc:picChg chg="mod topLvl">
          <ac:chgData name="Albert YUK" userId="4520557c-7491-4c34-a648-5c3d0eacc9c9" providerId="ADAL" clId="{DAC01AF1-3A7A-4F67-BCC6-FF5722430F14}" dt="2026-07-14T10:07:56.058" v="2017" actId="1037"/>
          <ac:picMkLst>
            <pc:docMk/>
            <pc:sldMk cId="2767642336" sldId="257"/>
            <ac:picMk id="36" creationId="{B8F36F01-4C0F-8CAC-C152-798C374012A9}"/>
          </ac:picMkLst>
        </pc:picChg>
        <pc:picChg chg="del">
          <ac:chgData name="Albert YUK" userId="4520557c-7491-4c34-a648-5c3d0eacc9c9" providerId="ADAL" clId="{DAC01AF1-3A7A-4F67-BCC6-FF5722430F14}" dt="2026-07-14T10:07:44.287" v="2003" actId="478"/>
          <ac:picMkLst>
            <pc:docMk/>
            <pc:sldMk cId="2767642336" sldId="257"/>
            <ac:picMk id="37" creationId="{845BABE4-E5ED-886D-B079-BED0348950F8}"/>
          </ac:picMkLst>
        </pc:picChg>
      </pc:sldChg>
      <pc:sldChg chg="addSp delSp modSp add mod">
        <pc:chgData name="Albert YUK" userId="4520557c-7491-4c34-a648-5c3d0eacc9c9" providerId="ADAL" clId="{DAC01AF1-3A7A-4F67-BCC6-FF5722430F14}" dt="2026-07-14T08:50:20.348" v="636" actId="14100"/>
        <pc:sldMkLst>
          <pc:docMk/>
          <pc:sldMk cId="2331640011" sldId="258"/>
        </pc:sldMkLst>
        <pc:spChg chg="mod">
          <ac:chgData name="Albert YUK" userId="4520557c-7491-4c34-a648-5c3d0eacc9c9" providerId="ADAL" clId="{DAC01AF1-3A7A-4F67-BCC6-FF5722430F14}" dt="2026-07-14T08:50:20.348" v="636" actId="14100"/>
          <ac:spMkLst>
            <pc:docMk/>
            <pc:sldMk cId="2331640011" sldId="258"/>
            <ac:spMk id="2" creationId="{86968546-8039-EE70-8DC8-10E872EA86C8}"/>
          </ac:spMkLst>
        </pc:spChg>
        <pc:spChg chg="del">
          <ac:chgData name="Albert YUK" userId="4520557c-7491-4c34-a648-5c3d0eacc9c9" providerId="ADAL" clId="{DAC01AF1-3A7A-4F67-BCC6-FF5722430F14}" dt="2026-07-14T08:21:07.015" v="274" actId="478"/>
          <ac:spMkLst>
            <pc:docMk/>
            <pc:sldMk cId="2331640011" sldId="258"/>
            <ac:spMk id="7" creationId="{732CEF89-A5F0-F568-5F8D-C01D0D9C71D7}"/>
          </ac:spMkLst>
        </pc:spChg>
        <pc:spChg chg="mod">
          <ac:chgData name="Albert YUK" userId="4520557c-7491-4c34-a648-5c3d0eacc9c9" providerId="ADAL" clId="{DAC01AF1-3A7A-4F67-BCC6-FF5722430F14}" dt="2026-07-14T08:23:16.733" v="275"/>
          <ac:spMkLst>
            <pc:docMk/>
            <pc:sldMk cId="2331640011" sldId="258"/>
            <ac:spMk id="22" creationId="{ACE1C90E-A833-3AC2-37A2-655D01D7A887}"/>
          </ac:spMkLst>
        </pc:spChg>
        <pc:picChg chg="del">
          <ac:chgData name="Albert YUK" userId="4520557c-7491-4c34-a648-5c3d0eacc9c9" providerId="ADAL" clId="{DAC01AF1-3A7A-4F67-BCC6-FF5722430F14}" dt="2026-07-14T08:21:07.015" v="274" actId="478"/>
          <ac:picMkLst>
            <pc:docMk/>
            <pc:sldMk cId="2331640011" sldId="258"/>
            <ac:picMk id="3" creationId="{C8B11CFA-6F0F-E810-9ADA-6B129CB3ABC0}"/>
          </ac:picMkLst>
        </pc:picChg>
        <pc:picChg chg="del">
          <ac:chgData name="Albert YUK" userId="4520557c-7491-4c34-a648-5c3d0eacc9c9" providerId="ADAL" clId="{DAC01AF1-3A7A-4F67-BCC6-FF5722430F14}" dt="2026-07-14T08:21:07.015" v="274" actId="478"/>
          <ac:picMkLst>
            <pc:docMk/>
            <pc:sldMk cId="2331640011" sldId="258"/>
            <ac:picMk id="8" creationId="{0A890385-E805-F8CF-27A7-949514926A55}"/>
          </ac:picMkLst>
        </pc:picChg>
        <pc:picChg chg="add mod">
          <ac:chgData name="Albert YUK" userId="4520557c-7491-4c34-a648-5c3d0eacc9c9" providerId="ADAL" clId="{DAC01AF1-3A7A-4F67-BCC6-FF5722430F14}" dt="2026-07-14T08:20:52.211" v="272" actId="14100"/>
          <ac:picMkLst>
            <pc:docMk/>
            <pc:sldMk cId="2331640011" sldId="258"/>
            <ac:picMk id="9" creationId="{547AB582-06AE-0AFA-A305-84C7410435BD}"/>
          </ac:picMkLst>
        </pc:picChg>
        <pc:picChg chg="del">
          <ac:chgData name="Albert YUK" userId="4520557c-7491-4c34-a648-5c3d0eacc9c9" providerId="ADAL" clId="{DAC01AF1-3A7A-4F67-BCC6-FF5722430F14}" dt="2026-07-14T08:21:07.015" v="274" actId="478"/>
          <ac:picMkLst>
            <pc:docMk/>
            <pc:sldMk cId="2331640011" sldId="258"/>
            <ac:picMk id="11" creationId="{B819A7F0-D7A1-74F4-1DAA-AB8907D06F3D}"/>
          </ac:picMkLst>
        </pc:picChg>
        <pc:picChg chg="add mod">
          <ac:chgData name="Albert YUK" userId="4520557c-7491-4c34-a648-5c3d0eacc9c9" providerId="ADAL" clId="{DAC01AF1-3A7A-4F67-BCC6-FF5722430F14}" dt="2026-07-14T08:20:42.597" v="270" actId="14100"/>
          <ac:picMkLst>
            <pc:docMk/>
            <pc:sldMk cId="2331640011" sldId="258"/>
            <ac:picMk id="12" creationId="{4306E6A9-2507-6343-2DED-A6CE7BAF2028}"/>
          </ac:picMkLst>
        </pc:picChg>
        <pc:picChg chg="del">
          <ac:chgData name="Albert YUK" userId="4520557c-7491-4c34-a648-5c3d0eacc9c9" providerId="ADAL" clId="{DAC01AF1-3A7A-4F67-BCC6-FF5722430F14}" dt="2026-07-14T08:21:07.015" v="274" actId="478"/>
          <ac:picMkLst>
            <pc:docMk/>
            <pc:sldMk cId="2331640011" sldId="258"/>
            <ac:picMk id="13" creationId="{1E8E8330-892F-909B-83D7-7542F383E9FC}"/>
          </ac:picMkLst>
        </pc:picChg>
        <pc:picChg chg="add mod">
          <ac:chgData name="Albert YUK" userId="4520557c-7491-4c34-a648-5c3d0eacc9c9" providerId="ADAL" clId="{DAC01AF1-3A7A-4F67-BCC6-FF5722430F14}" dt="2026-07-14T08:20:57.739" v="273" actId="14100"/>
          <ac:picMkLst>
            <pc:docMk/>
            <pc:sldMk cId="2331640011" sldId="258"/>
            <ac:picMk id="15" creationId="{0CDC4D49-E3F1-16E4-E0BC-F46D1B172B2E}"/>
          </ac:picMkLst>
        </pc:picChg>
        <pc:picChg chg="add">
          <ac:chgData name="Albert YUK" userId="4520557c-7491-4c34-a648-5c3d0eacc9c9" providerId="ADAL" clId="{DAC01AF1-3A7A-4F67-BCC6-FF5722430F14}" dt="2026-07-14T08:25:33.253" v="284" actId="22"/>
          <ac:picMkLst>
            <pc:docMk/>
            <pc:sldMk cId="2331640011" sldId="258"/>
            <ac:picMk id="17" creationId="{6F35455A-E564-3048-09F3-B80704EE2077}"/>
          </ac:picMkLst>
        </pc:picChg>
      </pc:sldChg>
      <pc:sldChg chg="del">
        <pc:chgData name="Albert YUK" userId="4520557c-7491-4c34-a648-5c3d0eacc9c9" providerId="ADAL" clId="{DAC01AF1-3A7A-4F67-BCC6-FF5722430F14}" dt="2026-07-14T03:48:41.551" v="181" actId="47"/>
        <pc:sldMkLst>
          <pc:docMk/>
          <pc:sldMk cId="2709430048" sldId="258"/>
        </pc:sldMkLst>
      </pc:sldChg>
      <pc:sldChg chg="addSp delSp modSp mod">
        <pc:chgData name="Albert YUK" userId="4520557c-7491-4c34-a648-5c3d0eacc9c9" providerId="ADAL" clId="{DAC01AF1-3A7A-4F67-BCC6-FF5722430F14}" dt="2026-07-14T10:02:42.635" v="1929" actId="1038"/>
        <pc:sldMkLst>
          <pc:docMk/>
          <pc:sldMk cId="2693709942" sldId="263"/>
        </pc:sldMkLst>
        <pc:spChg chg="mod">
          <ac:chgData name="Albert YUK" userId="4520557c-7491-4c34-a648-5c3d0eacc9c9" providerId="ADAL" clId="{DAC01AF1-3A7A-4F67-BCC6-FF5722430F14}" dt="2026-07-14T10:00:57.882" v="1841"/>
          <ac:spMkLst>
            <pc:docMk/>
            <pc:sldMk cId="2693709942" sldId="263"/>
            <ac:spMk id="2" creationId="{51600D41-60AD-7506-07BC-0FD51647396C}"/>
          </ac:spMkLst>
        </pc:spChg>
        <pc:spChg chg="mod">
          <ac:chgData name="Albert YUK" userId="4520557c-7491-4c34-a648-5c3d0eacc9c9" providerId="ADAL" clId="{DAC01AF1-3A7A-4F67-BCC6-FF5722430F14}" dt="2026-07-14T10:01:08.077" v="1872" actId="20577"/>
          <ac:spMkLst>
            <pc:docMk/>
            <pc:sldMk cId="2693709942" sldId="263"/>
            <ac:spMk id="15" creationId="{EBA36E5B-57D2-7BF7-D100-2877E05E0A9F}"/>
          </ac:spMkLst>
        </pc:spChg>
        <pc:spChg chg="del">
          <ac:chgData name="Albert YUK" userId="4520557c-7491-4c34-a648-5c3d0eacc9c9" providerId="ADAL" clId="{DAC01AF1-3A7A-4F67-BCC6-FF5722430F14}" dt="2026-07-14T10:00:40.696" v="1836" actId="478"/>
          <ac:spMkLst>
            <pc:docMk/>
            <pc:sldMk cId="2693709942" sldId="263"/>
            <ac:spMk id="41" creationId="{D34C5A9E-7B8C-E7F3-CFE0-4BC7A5D5DF04}"/>
          </ac:spMkLst>
        </pc:spChg>
        <pc:grpChg chg="del">
          <ac:chgData name="Albert YUK" userId="4520557c-7491-4c34-a648-5c3d0eacc9c9" providerId="ADAL" clId="{DAC01AF1-3A7A-4F67-BCC6-FF5722430F14}" dt="2026-07-14T10:00:37.538" v="1834" actId="478"/>
          <ac:grpSpMkLst>
            <pc:docMk/>
            <pc:sldMk cId="2693709942" sldId="263"/>
            <ac:grpSpMk id="10" creationId="{CCB5AE98-C574-AA81-73B3-D7BE5079F691}"/>
          </ac:grpSpMkLst>
        </pc:grpChg>
        <pc:grpChg chg="del">
          <ac:chgData name="Albert YUK" userId="4520557c-7491-4c34-a648-5c3d0eacc9c9" providerId="ADAL" clId="{DAC01AF1-3A7A-4F67-BCC6-FF5722430F14}" dt="2026-07-14T10:00:38.597" v="1835" actId="478"/>
          <ac:grpSpMkLst>
            <pc:docMk/>
            <pc:sldMk cId="2693709942" sldId="263"/>
            <ac:grpSpMk id="38" creationId="{6FEE3788-518A-A536-7CC9-536B9AAFD222}"/>
          </ac:grpSpMkLst>
        </pc:grpChg>
        <pc:picChg chg="mod">
          <ac:chgData name="Albert YUK" userId="4520557c-7491-4c34-a648-5c3d0eacc9c9" providerId="ADAL" clId="{DAC01AF1-3A7A-4F67-BCC6-FF5722430F14}" dt="2026-07-14T10:02:42.635" v="1929" actId="1038"/>
          <ac:picMkLst>
            <pc:docMk/>
            <pc:sldMk cId="2693709942" sldId="263"/>
            <ac:picMk id="3" creationId="{EE791EA4-9566-692E-7A15-01A7C3E1857E}"/>
          </ac:picMkLst>
        </pc:picChg>
        <pc:picChg chg="add del mod">
          <ac:chgData name="Albert YUK" userId="4520557c-7491-4c34-a648-5c3d0eacc9c9" providerId="ADAL" clId="{DAC01AF1-3A7A-4F67-BCC6-FF5722430F14}" dt="2026-07-14T10:02:40.167" v="1924" actId="1038"/>
          <ac:picMkLst>
            <pc:docMk/>
            <pc:sldMk cId="2693709942" sldId="263"/>
            <ac:picMk id="7" creationId="{26F6FDF5-547A-A90A-2708-7090CB2E288D}"/>
          </ac:picMkLst>
        </pc:picChg>
        <pc:picChg chg="add mod">
          <ac:chgData name="Albert YUK" userId="4520557c-7491-4c34-a648-5c3d0eacc9c9" providerId="ADAL" clId="{DAC01AF1-3A7A-4F67-BCC6-FF5722430F14}" dt="2026-07-14T10:02:40.167" v="1924" actId="1038"/>
          <ac:picMkLst>
            <pc:docMk/>
            <pc:sldMk cId="2693709942" sldId="263"/>
            <ac:picMk id="9" creationId="{D0218CB7-827D-2B78-4D1F-5BE4972EE5DD}"/>
          </ac:picMkLst>
        </pc:picChg>
        <pc:picChg chg="add mod">
          <ac:chgData name="Albert YUK" userId="4520557c-7491-4c34-a648-5c3d0eacc9c9" providerId="ADAL" clId="{DAC01AF1-3A7A-4F67-BCC6-FF5722430F14}" dt="2026-07-14T10:02:40.167" v="1924" actId="1038"/>
          <ac:picMkLst>
            <pc:docMk/>
            <pc:sldMk cId="2693709942" sldId="263"/>
            <ac:picMk id="13" creationId="{DE1375C3-710A-0E55-5A4C-1E240677C562}"/>
          </ac:picMkLst>
        </pc:picChg>
        <pc:picChg chg="add del mod">
          <ac:chgData name="Albert YUK" userId="4520557c-7491-4c34-a648-5c3d0eacc9c9" providerId="ADAL" clId="{DAC01AF1-3A7A-4F67-BCC6-FF5722430F14}" dt="2026-07-14T10:01:31.832" v="1883" actId="478"/>
          <ac:picMkLst>
            <pc:docMk/>
            <pc:sldMk cId="2693709942" sldId="263"/>
            <ac:picMk id="16" creationId="{0A6F913C-BF2D-8A46-1F61-645C707359DE}"/>
          </ac:picMkLst>
        </pc:picChg>
        <pc:picChg chg="add mod">
          <ac:chgData name="Albert YUK" userId="4520557c-7491-4c34-a648-5c3d0eacc9c9" providerId="ADAL" clId="{DAC01AF1-3A7A-4F67-BCC6-FF5722430F14}" dt="2026-07-14T10:02:40.167" v="1924" actId="1038"/>
          <ac:picMkLst>
            <pc:docMk/>
            <pc:sldMk cId="2693709942" sldId="263"/>
            <ac:picMk id="18" creationId="{98DA52DB-6C28-9AC7-B440-4FC0F76221BD}"/>
          </ac:picMkLst>
        </pc:picChg>
        <pc:picChg chg="del">
          <ac:chgData name="Albert YUK" userId="4520557c-7491-4c34-a648-5c3d0eacc9c9" providerId="ADAL" clId="{DAC01AF1-3A7A-4F67-BCC6-FF5722430F14}" dt="2026-07-14T10:00:42.160" v="1837" actId="478"/>
          <ac:picMkLst>
            <pc:docMk/>
            <pc:sldMk cId="2693709942" sldId="263"/>
            <ac:picMk id="43" creationId="{A292F98E-6083-DEB1-AD1C-505B3C2C110D}"/>
          </ac:picMkLst>
        </pc:picChg>
      </pc:sldChg>
      <pc:sldChg chg="modSp mod">
        <pc:chgData name="Albert YUK" userId="4520557c-7491-4c34-a648-5c3d0eacc9c9" providerId="ADAL" clId="{DAC01AF1-3A7A-4F67-BCC6-FF5722430F14}" dt="2026-07-14T08:18:02.424" v="235" actId="20577"/>
        <pc:sldMkLst>
          <pc:docMk/>
          <pc:sldMk cId="3842123367" sldId="2147475477"/>
        </pc:sldMkLst>
        <pc:graphicFrameChg chg="mod modGraphic">
          <ac:chgData name="Albert YUK" userId="4520557c-7491-4c34-a648-5c3d0eacc9c9" providerId="ADAL" clId="{DAC01AF1-3A7A-4F67-BCC6-FF5722430F14}" dt="2026-07-14T08:18:02.424" v="235" actId="20577"/>
          <ac:graphicFrameMkLst>
            <pc:docMk/>
            <pc:sldMk cId="3842123367" sldId="2147475477"/>
            <ac:graphicFrameMk id="6" creationId="{7A0803E8-BC32-356E-B147-AB4496EBC0DF}"/>
          </ac:graphicFrameMkLst>
        </pc:graphicFrameChg>
      </pc:sldChg>
      <pc:sldChg chg="del">
        <pc:chgData name="Albert YUK" userId="4520557c-7491-4c34-a648-5c3d0eacc9c9" providerId="ADAL" clId="{DAC01AF1-3A7A-4F67-BCC6-FF5722430F14}" dt="2026-07-14T08:52:53.679" v="675" actId="47"/>
        <pc:sldMkLst>
          <pc:docMk/>
          <pc:sldMk cId="121710170" sldId="2147475483"/>
        </pc:sldMkLst>
      </pc:sldChg>
      <pc:sldChg chg="modSp mod">
        <pc:chgData name="Albert YUK" userId="4520557c-7491-4c34-a648-5c3d0eacc9c9" providerId="ADAL" clId="{DAC01AF1-3A7A-4F67-BCC6-FF5722430F14}" dt="2026-07-14T08:52:45.696" v="674" actId="20577"/>
        <pc:sldMkLst>
          <pc:docMk/>
          <pc:sldMk cId="4051259172" sldId="2147475491"/>
        </pc:sldMkLst>
        <pc:graphicFrameChg chg="mod modGraphic">
          <ac:chgData name="Albert YUK" userId="4520557c-7491-4c34-a648-5c3d0eacc9c9" providerId="ADAL" clId="{DAC01AF1-3A7A-4F67-BCC6-FF5722430F14}" dt="2026-07-14T08:52:45.696" v="674" actId="20577"/>
          <ac:graphicFrameMkLst>
            <pc:docMk/>
            <pc:sldMk cId="4051259172" sldId="2147475491"/>
            <ac:graphicFrameMk id="3" creationId="{3EA956AE-AE8D-B387-D664-50B8A58B8C2F}"/>
          </ac:graphicFrameMkLst>
        </pc:graphicFrameChg>
      </pc:sldChg>
      <pc:sldChg chg="addSp delSp modSp mod">
        <pc:chgData name="Albert YUK" userId="4520557c-7491-4c34-a648-5c3d0eacc9c9" providerId="ADAL" clId="{DAC01AF1-3A7A-4F67-BCC6-FF5722430F14}" dt="2026-07-14T09:00:04.819" v="758" actId="20577"/>
        <pc:sldMkLst>
          <pc:docMk/>
          <pc:sldMk cId="2650252610" sldId="2147475494"/>
        </pc:sldMkLst>
        <pc:graphicFrameChg chg="add">
          <ac:chgData name="Albert YUK" userId="4520557c-7491-4c34-a648-5c3d0eacc9c9" providerId="ADAL" clId="{DAC01AF1-3A7A-4F67-BCC6-FF5722430F14}" dt="2026-07-14T08:53:48.951" v="676"/>
          <ac:graphicFrameMkLst>
            <pc:docMk/>
            <pc:sldMk cId="2650252610" sldId="2147475494"/>
            <ac:graphicFrameMk id="2" creationId="{62A93A2F-D7A9-8E0F-11B4-E063733210FC}"/>
          </ac:graphicFrameMkLst>
        </pc:graphicFrameChg>
        <pc:graphicFrameChg chg="add modGraphic">
          <ac:chgData name="Albert YUK" userId="4520557c-7491-4c34-a648-5c3d0eacc9c9" providerId="ADAL" clId="{DAC01AF1-3A7A-4F67-BCC6-FF5722430F14}" dt="2026-07-14T09:00:04.819" v="758" actId="20577"/>
          <ac:graphicFrameMkLst>
            <pc:docMk/>
            <pc:sldMk cId="2650252610" sldId="2147475494"/>
            <ac:graphicFrameMk id="7" creationId="{96ECDE83-C848-B25E-2CF2-13F511451272}"/>
          </ac:graphicFrameMkLst>
        </pc:graphicFrameChg>
        <pc:graphicFrameChg chg="add del modGraphic">
          <ac:chgData name="Albert YUK" userId="4520557c-7491-4c34-a648-5c3d0eacc9c9" providerId="ADAL" clId="{DAC01AF1-3A7A-4F67-BCC6-FF5722430F14}" dt="2026-07-14T08:54:42.095" v="688" actId="478"/>
          <ac:graphicFrameMkLst>
            <pc:docMk/>
            <pc:sldMk cId="2650252610" sldId="2147475494"/>
            <ac:graphicFrameMk id="8" creationId="{612D8139-A289-ACE3-3F63-B80162571E51}"/>
          </ac:graphicFrameMkLst>
        </pc:graphicFrameChg>
        <pc:picChg chg="add del mod">
          <ac:chgData name="Albert YUK" userId="4520557c-7491-4c34-a648-5c3d0eacc9c9" providerId="ADAL" clId="{DAC01AF1-3A7A-4F67-BCC6-FF5722430F14}" dt="2026-07-14T08:54:45.725" v="689" actId="1076"/>
          <ac:picMkLst>
            <pc:docMk/>
            <pc:sldMk cId="2650252610" sldId="2147475494"/>
            <ac:picMk id="6" creationId="{694223A5-7393-5662-A2C6-9ABBF29AA49B}"/>
          </ac:picMkLst>
        </pc:picChg>
        <pc:picChg chg="add del">
          <ac:chgData name="Albert YUK" userId="4520557c-7491-4c34-a648-5c3d0eacc9c9" providerId="ADAL" clId="{DAC01AF1-3A7A-4F67-BCC6-FF5722430F14}" dt="2026-07-14T08:54:42.095" v="688" actId="478"/>
          <ac:picMkLst>
            <pc:docMk/>
            <pc:sldMk cId="2650252610" sldId="2147475494"/>
            <ac:picMk id="10" creationId="{0A08DF78-63AF-13BE-3FDD-0A7EEAF8FB0D}"/>
          </ac:picMkLst>
        </pc:picChg>
      </pc:sldChg>
      <pc:sldChg chg="addSp delSp modSp mod">
        <pc:chgData name="Albert YUK" userId="4520557c-7491-4c34-a648-5c3d0eacc9c9" providerId="ADAL" clId="{DAC01AF1-3A7A-4F67-BCC6-FF5722430F14}" dt="2026-07-14T10:06:30.988" v="1976" actId="20577"/>
        <pc:sldMkLst>
          <pc:docMk/>
          <pc:sldMk cId="2256541109" sldId="2147475500"/>
        </pc:sldMkLst>
        <pc:graphicFrameChg chg="del modGraphic">
          <ac:chgData name="Albert YUK" userId="4520557c-7491-4c34-a648-5c3d0eacc9c9" providerId="ADAL" clId="{DAC01AF1-3A7A-4F67-BCC6-FF5722430F14}" dt="2026-07-14T10:00:21.504" v="1827" actId="478"/>
          <ac:graphicFrameMkLst>
            <pc:docMk/>
            <pc:sldMk cId="2256541109" sldId="2147475500"/>
            <ac:graphicFrameMk id="2" creationId="{5537627B-1FBC-5925-10CA-FB9A72D1688C}"/>
          </ac:graphicFrameMkLst>
        </pc:graphicFrameChg>
        <pc:graphicFrameChg chg="add mod modGraphic">
          <ac:chgData name="Albert YUK" userId="4520557c-7491-4c34-a648-5c3d0eacc9c9" providerId="ADAL" clId="{DAC01AF1-3A7A-4F67-BCC6-FF5722430F14}" dt="2026-07-14T10:06:30.988" v="1976" actId="20577"/>
          <ac:graphicFrameMkLst>
            <pc:docMk/>
            <pc:sldMk cId="2256541109" sldId="2147475500"/>
            <ac:graphicFrameMk id="7" creationId="{B8DDDC4F-1E4F-25CC-9E9D-FAE2563B4449}"/>
          </ac:graphicFrameMkLst>
        </pc:graphicFrameChg>
      </pc:sldChg>
      <pc:sldChg chg="addSp delSp modSp mod">
        <pc:chgData name="Albert YUK" userId="4520557c-7491-4c34-a648-5c3d0eacc9c9" providerId="ADAL" clId="{DAC01AF1-3A7A-4F67-BCC6-FF5722430F14}" dt="2026-07-14T08:59:09.777" v="718" actId="1076"/>
        <pc:sldMkLst>
          <pc:docMk/>
          <pc:sldMk cId="227899662" sldId="2147475507"/>
        </pc:sldMkLst>
        <pc:picChg chg="mod">
          <ac:chgData name="Albert YUK" userId="4520557c-7491-4c34-a648-5c3d0eacc9c9" providerId="ADAL" clId="{DAC01AF1-3A7A-4F67-BCC6-FF5722430F14}" dt="2026-07-14T08:59:09.777" v="718" actId="1076"/>
          <ac:picMkLst>
            <pc:docMk/>
            <pc:sldMk cId="227899662" sldId="2147475507"/>
            <ac:picMk id="3" creationId="{FA7660D7-B1BF-A544-7DD7-F9EE66EB972D}"/>
          </ac:picMkLst>
        </pc:picChg>
        <pc:picChg chg="add mod">
          <ac:chgData name="Albert YUK" userId="4520557c-7491-4c34-a648-5c3d0eacc9c9" providerId="ADAL" clId="{DAC01AF1-3A7A-4F67-BCC6-FF5722430F14}" dt="2026-07-14T08:59:06.621" v="717" actId="14100"/>
          <ac:picMkLst>
            <pc:docMk/>
            <pc:sldMk cId="227899662" sldId="2147475507"/>
            <ac:picMk id="9" creationId="{AC389B49-1859-01F2-60AC-BBC6B3591A7F}"/>
          </ac:picMkLst>
        </pc:picChg>
        <pc:picChg chg="del">
          <ac:chgData name="Albert YUK" userId="4520557c-7491-4c34-a648-5c3d0eacc9c9" providerId="ADAL" clId="{DAC01AF1-3A7A-4F67-BCC6-FF5722430F14}" dt="2026-07-14T08:58:59.855" v="715" actId="478"/>
          <ac:picMkLst>
            <pc:docMk/>
            <pc:sldMk cId="227899662" sldId="2147475507"/>
            <ac:picMk id="23" creationId="{F86F8041-1967-A4AF-9C1D-815656EBCA70}"/>
          </ac:picMkLst>
        </pc:picChg>
      </pc:sldChg>
      <pc:sldChg chg="delSp modSp mod">
        <pc:chgData name="Albert YUK" userId="4520557c-7491-4c34-a648-5c3d0eacc9c9" providerId="ADAL" clId="{DAC01AF1-3A7A-4F67-BCC6-FF5722430F14}" dt="2026-07-14T10:08:21.284" v="2022" actId="20577"/>
        <pc:sldMkLst>
          <pc:docMk/>
          <pc:sldMk cId="1847561051" sldId="2147483592"/>
        </pc:sldMkLst>
        <pc:spChg chg="mod">
          <ac:chgData name="Albert YUK" userId="4520557c-7491-4c34-a648-5c3d0eacc9c9" providerId="ADAL" clId="{DAC01AF1-3A7A-4F67-BCC6-FF5722430F14}" dt="2026-07-14T10:08:21.284" v="2022" actId="20577"/>
          <ac:spMkLst>
            <pc:docMk/>
            <pc:sldMk cId="1847561051" sldId="2147483592"/>
            <ac:spMk id="14" creationId="{D93714C1-195C-F59B-C0C1-AC8523D803DA}"/>
          </ac:spMkLst>
        </pc:sp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20" creationId="{EE7F2833-ADEA-DD8A-4006-A3023400A50C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21" creationId="{45ABCD05-627D-A56A-0B30-33085458E4A8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26" creationId="{0605E545-6483-9E67-4975-53B9CA440E7D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29" creationId="{65664CFC-59D3-63CB-192A-11DDBD672907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30" creationId="{404D0222-C083-EC47-B142-3C59B3EEA918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31" creationId="{7DF695B1-78C3-8881-0EDF-B6CB6530AA81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33" creationId="{50F3B37F-C828-DEA2-33FF-A199E8247A0C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43" creationId="{F8F0F1FA-96B7-CE95-6D33-4FC08E2A9AEE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55" creationId="{77AC5739-C322-68EA-B63C-BBBA202F1011}"/>
          </ac:picMkLst>
        </pc:picChg>
        <pc:picChg chg="del">
          <ac:chgData name="Albert YUK" userId="4520557c-7491-4c34-a648-5c3d0eacc9c9" providerId="ADAL" clId="{DAC01AF1-3A7A-4F67-BCC6-FF5722430F14}" dt="2026-07-14T10:08:13.291" v="2018" actId="478"/>
          <ac:picMkLst>
            <pc:docMk/>
            <pc:sldMk cId="1847561051" sldId="2147483592"/>
            <ac:picMk id="65" creationId="{4DCFA74D-EFB3-1AC2-E293-C6C2B2B36D1B}"/>
          </ac:picMkLst>
        </pc:picChg>
      </pc:sldChg>
      <pc:sldChg chg="del">
        <pc:chgData name="Albert YUK" userId="4520557c-7491-4c34-a648-5c3d0eacc9c9" providerId="ADAL" clId="{DAC01AF1-3A7A-4F67-BCC6-FF5722430F14}" dt="2026-07-14T03:48:36.246" v="179" actId="47"/>
        <pc:sldMkLst>
          <pc:docMk/>
          <pc:sldMk cId="2274315623" sldId="2147483624"/>
        </pc:sldMkLst>
      </pc:sldChg>
      <pc:sldChg chg="del">
        <pc:chgData name="Albert YUK" userId="4520557c-7491-4c34-a648-5c3d0eacc9c9" providerId="ADAL" clId="{DAC01AF1-3A7A-4F67-BCC6-FF5722430F14}" dt="2026-07-14T03:48:28.452" v="177" actId="47"/>
        <pc:sldMkLst>
          <pc:docMk/>
          <pc:sldMk cId="72085297" sldId="2147483625"/>
        </pc:sldMkLst>
      </pc:sldChg>
      <pc:sldChg chg="del">
        <pc:chgData name="Albert YUK" userId="4520557c-7491-4c34-a648-5c3d0eacc9c9" providerId="ADAL" clId="{DAC01AF1-3A7A-4F67-BCC6-FF5722430F14}" dt="2026-07-14T03:48:39.083" v="180" actId="47"/>
        <pc:sldMkLst>
          <pc:docMk/>
          <pc:sldMk cId="1059888849" sldId="2147483626"/>
        </pc:sldMkLst>
      </pc:sldChg>
      <pc:sldChg chg="addSp delSp modSp mod">
        <pc:chgData name="Albert YUK" userId="4520557c-7491-4c34-a648-5c3d0eacc9c9" providerId="ADAL" clId="{DAC01AF1-3A7A-4F67-BCC6-FF5722430F14}" dt="2026-07-14T09:07:19.556" v="1015" actId="22"/>
        <pc:sldMkLst>
          <pc:docMk/>
          <pc:sldMk cId="3161857055" sldId="2147483634"/>
        </pc:sldMkLst>
        <pc:spChg chg="mod">
          <ac:chgData name="Albert YUK" userId="4520557c-7491-4c34-a648-5c3d0eacc9c9" providerId="ADAL" clId="{DAC01AF1-3A7A-4F67-BCC6-FF5722430F14}" dt="2026-07-14T09:03:10.054" v="918" actId="20577"/>
          <ac:spMkLst>
            <pc:docMk/>
            <pc:sldMk cId="3161857055" sldId="2147483634"/>
            <ac:spMk id="2" creationId="{25E55534-A492-5B7C-9DF3-10CADE363F24}"/>
          </ac:spMkLst>
        </pc:spChg>
        <pc:spChg chg="del">
          <ac:chgData name="Albert YUK" userId="4520557c-7491-4c34-a648-5c3d0eacc9c9" providerId="ADAL" clId="{DAC01AF1-3A7A-4F67-BCC6-FF5722430F14}" dt="2026-07-14T09:01:23.770" v="855" actId="478"/>
          <ac:spMkLst>
            <pc:docMk/>
            <pc:sldMk cId="3161857055" sldId="2147483634"/>
            <ac:spMk id="8" creationId="{F36A0B6C-0878-D2C2-34C7-F4C01760185B}"/>
          </ac:spMkLst>
        </pc:spChg>
        <pc:spChg chg="mod">
          <ac:chgData name="Albert YUK" userId="4520557c-7491-4c34-a648-5c3d0eacc9c9" providerId="ADAL" clId="{DAC01AF1-3A7A-4F67-BCC6-FF5722430F14}" dt="2026-07-14T09:00:34.544" v="777" actId="20577"/>
          <ac:spMkLst>
            <pc:docMk/>
            <pc:sldMk cId="3161857055" sldId="2147483634"/>
            <ac:spMk id="33" creationId="{3ABA62CB-A102-8647-630C-91F1F0E51C3B}"/>
          </ac:spMkLst>
        </pc:spChg>
        <pc:grpChg chg="del">
          <ac:chgData name="Albert YUK" userId="4520557c-7491-4c34-a648-5c3d0eacc9c9" providerId="ADAL" clId="{DAC01AF1-3A7A-4F67-BCC6-FF5722430F14}" dt="2026-07-14T09:07:19.248" v="1014" actId="478"/>
          <ac:grpSpMkLst>
            <pc:docMk/>
            <pc:sldMk cId="3161857055" sldId="2147483634"/>
            <ac:grpSpMk id="9" creationId="{4E320AD4-1F9D-1262-4258-00D659346CAB}"/>
          </ac:grpSpMkLst>
        </pc:grpChg>
        <pc:grpChg chg="del">
          <ac:chgData name="Albert YUK" userId="4520557c-7491-4c34-a648-5c3d0eacc9c9" providerId="ADAL" clId="{DAC01AF1-3A7A-4F67-BCC6-FF5722430F14}" dt="2026-07-14T09:00:13.752" v="759" actId="478"/>
          <ac:grpSpMkLst>
            <pc:docMk/>
            <pc:sldMk cId="3161857055" sldId="2147483634"/>
            <ac:grpSpMk id="35" creationId="{99DFEB44-757B-59B6-F156-B84A11635B31}"/>
          </ac:grpSpMkLst>
        </pc:grpChg>
        <pc:graphicFrameChg chg="add del">
          <ac:chgData name="Albert YUK" userId="4520557c-7491-4c34-a648-5c3d0eacc9c9" providerId="ADAL" clId="{DAC01AF1-3A7A-4F67-BCC6-FF5722430F14}" dt="2026-07-14T09:02:45.046" v="885" actId="22"/>
          <ac:graphicFrameMkLst>
            <pc:docMk/>
            <pc:sldMk cId="3161857055" sldId="2147483634"/>
            <ac:graphicFrameMk id="20" creationId="{96DF3559-E48F-53BB-8C81-480A79CE68FB}"/>
          </ac:graphicFrameMkLst>
        </pc:graphicFrameChg>
        <pc:picChg chg="add mod">
          <ac:chgData name="Albert YUK" userId="4520557c-7491-4c34-a648-5c3d0eacc9c9" providerId="ADAL" clId="{DAC01AF1-3A7A-4F67-BCC6-FF5722430F14}" dt="2026-07-14T09:02:15.267" v="877" actId="14100"/>
          <ac:picMkLst>
            <pc:docMk/>
            <pc:sldMk cId="3161857055" sldId="2147483634"/>
            <ac:picMk id="6" creationId="{514D84E9-97DF-22B5-DF38-48D7978E2319}"/>
          </ac:picMkLst>
        </pc:picChg>
        <pc:picChg chg="add mod">
          <ac:chgData name="Albert YUK" userId="4520557c-7491-4c34-a648-5c3d0eacc9c9" providerId="ADAL" clId="{DAC01AF1-3A7A-4F67-BCC6-FF5722430F14}" dt="2026-07-14T09:02:07.395" v="875" actId="14100"/>
          <ac:picMkLst>
            <pc:docMk/>
            <pc:sldMk cId="3161857055" sldId="2147483634"/>
            <ac:picMk id="10" creationId="{C5310D5A-72F5-7A36-BEE8-A191702596F3}"/>
          </ac:picMkLst>
        </pc:picChg>
        <pc:picChg chg="del">
          <ac:chgData name="Albert YUK" userId="4520557c-7491-4c34-a648-5c3d0eacc9c9" providerId="ADAL" clId="{DAC01AF1-3A7A-4F67-BCC6-FF5722430F14}" dt="2026-07-14T09:07:19.248" v="1014" actId="478"/>
          <ac:picMkLst>
            <pc:docMk/>
            <pc:sldMk cId="3161857055" sldId="2147483634"/>
            <ac:picMk id="15" creationId="{B48D3DDF-6AE1-2B71-61AB-B3C48CB33A1F}"/>
          </ac:picMkLst>
        </pc:picChg>
        <pc:picChg chg="add mod">
          <ac:chgData name="Albert YUK" userId="4520557c-7491-4c34-a648-5c3d0eacc9c9" providerId="ADAL" clId="{DAC01AF1-3A7A-4F67-BCC6-FF5722430F14}" dt="2026-07-14T09:02:02.750" v="873" actId="1076"/>
          <ac:picMkLst>
            <pc:docMk/>
            <pc:sldMk cId="3161857055" sldId="2147483634"/>
            <ac:picMk id="17" creationId="{85B980BE-DED7-F27A-1D9E-65951E885ECD}"/>
          </ac:picMkLst>
        </pc:picChg>
        <pc:picChg chg="del">
          <ac:chgData name="Albert YUK" userId="4520557c-7491-4c34-a648-5c3d0eacc9c9" providerId="ADAL" clId="{DAC01AF1-3A7A-4F67-BCC6-FF5722430F14}" dt="2026-07-14T09:00:15.467" v="760" actId="478"/>
          <ac:picMkLst>
            <pc:docMk/>
            <pc:sldMk cId="3161857055" sldId="2147483634"/>
            <ac:picMk id="22" creationId="{C8EC89AA-F72F-09E6-6913-1387C06DDC29}"/>
          </ac:picMkLst>
        </pc:picChg>
        <pc:picChg chg="add del">
          <ac:chgData name="Albert YUK" userId="4520557c-7491-4c34-a648-5c3d0eacc9c9" providerId="ADAL" clId="{DAC01AF1-3A7A-4F67-BCC6-FF5722430F14}" dt="2026-07-14T09:02:45.046" v="885" actId="22"/>
          <ac:picMkLst>
            <pc:docMk/>
            <pc:sldMk cId="3161857055" sldId="2147483634"/>
            <ac:picMk id="24" creationId="{DCFBA11C-A12C-D4D4-A0A3-163FBAC1A962}"/>
          </ac:picMkLst>
        </pc:picChg>
        <pc:picChg chg="add">
          <ac:chgData name="Albert YUK" userId="4520557c-7491-4c34-a648-5c3d0eacc9c9" providerId="ADAL" clId="{DAC01AF1-3A7A-4F67-BCC6-FF5722430F14}" dt="2026-07-14T09:07:19.556" v="1015" actId="22"/>
          <ac:picMkLst>
            <pc:docMk/>
            <pc:sldMk cId="3161857055" sldId="2147483634"/>
            <ac:picMk id="26" creationId="{6B38983F-4560-DC0B-7F4A-5B281C59BBB4}"/>
          </ac:picMkLst>
        </pc:picChg>
        <pc:picChg chg="add">
          <ac:chgData name="Albert YUK" userId="4520557c-7491-4c34-a648-5c3d0eacc9c9" providerId="ADAL" clId="{DAC01AF1-3A7A-4F67-BCC6-FF5722430F14}" dt="2026-07-14T09:07:19.556" v="1015" actId="22"/>
          <ac:picMkLst>
            <pc:docMk/>
            <pc:sldMk cId="3161857055" sldId="2147483634"/>
            <ac:picMk id="29" creationId="{C2E043C6-D01B-0826-DD64-3F7D10092C49}"/>
          </ac:picMkLst>
        </pc:picChg>
      </pc:sldChg>
      <pc:sldChg chg="addSp delSp modSp mod">
        <pc:chgData name="Albert YUK" userId="4520557c-7491-4c34-a648-5c3d0eacc9c9" providerId="ADAL" clId="{DAC01AF1-3A7A-4F67-BCC6-FF5722430F14}" dt="2026-07-14T08:49:53.764" v="592"/>
        <pc:sldMkLst>
          <pc:docMk/>
          <pc:sldMk cId="3139493289" sldId="2147483640"/>
        </pc:sldMkLst>
        <pc:spChg chg="mod">
          <ac:chgData name="Albert YUK" userId="4520557c-7491-4c34-a648-5c3d0eacc9c9" providerId="ADAL" clId="{DAC01AF1-3A7A-4F67-BCC6-FF5722430F14}" dt="2026-07-14T08:49:53.764" v="592"/>
          <ac:spMkLst>
            <pc:docMk/>
            <pc:sldMk cId="3139493289" sldId="2147483640"/>
            <ac:spMk id="2" creationId="{F81AC1A7-8130-481B-C618-B4892FC176F2}"/>
          </ac:spMkLst>
        </pc:spChg>
        <pc:spChg chg="mod">
          <ac:chgData name="Albert YUK" userId="4520557c-7491-4c34-a648-5c3d0eacc9c9" providerId="ADAL" clId="{DAC01AF1-3A7A-4F67-BCC6-FF5722430F14}" dt="2026-07-14T08:23:20.033" v="276"/>
          <ac:spMkLst>
            <pc:docMk/>
            <pc:sldMk cId="3139493289" sldId="2147483640"/>
            <ac:spMk id="22" creationId="{4AEA80C7-2ED4-2CEF-022B-149C18545DB7}"/>
          </ac:spMkLst>
        </pc:spChg>
        <pc:picChg chg="add mod ord">
          <ac:chgData name="Albert YUK" userId="4520557c-7491-4c34-a648-5c3d0eacc9c9" providerId="ADAL" clId="{DAC01AF1-3A7A-4F67-BCC6-FF5722430F14}" dt="2026-07-14T08:19:49.557" v="254" actId="167"/>
          <ac:picMkLst>
            <pc:docMk/>
            <pc:sldMk cId="3139493289" sldId="2147483640"/>
            <ac:picMk id="8" creationId="{DD4C2FF0-61E2-24D7-6AE7-0E88276F46BA}"/>
          </ac:picMkLst>
        </pc:picChg>
        <pc:picChg chg="del">
          <ac:chgData name="Albert YUK" userId="4520557c-7491-4c34-a648-5c3d0eacc9c9" providerId="ADAL" clId="{DAC01AF1-3A7A-4F67-BCC6-FF5722430F14}" dt="2026-07-14T08:19:50.518" v="255" actId="478"/>
          <ac:picMkLst>
            <pc:docMk/>
            <pc:sldMk cId="3139493289" sldId="2147483640"/>
            <ac:picMk id="10" creationId="{4B465232-983A-12F8-CDC3-DF44BD9D94FB}"/>
          </ac:picMkLst>
        </pc:picChg>
        <pc:picChg chg="add mod ord">
          <ac:chgData name="Albert YUK" userId="4520557c-7491-4c34-a648-5c3d0eacc9c9" providerId="ADAL" clId="{DAC01AF1-3A7A-4F67-BCC6-FF5722430F14}" dt="2026-07-14T08:24:11.999" v="277" actId="14100"/>
          <ac:picMkLst>
            <pc:docMk/>
            <pc:sldMk cId="3139493289" sldId="2147483640"/>
            <ac:picMk id="11" creationId="{C17DCEF6-6DC7-0CE3-0499-C992795D0A24}"/>
          </ac:picMkLst>
        </pc:picChg>
        <pc:picChg chg="add mod ord">
          <ac:chgData name="Albert YUK" userId="4520557c-7491-4c34-a648-5c3d0eacc9c9" providerId="ADAL" clId="{DAC01AF1-3A7A-4F67-BCC6-FF5722430F14}" dt="2026-07-14T08:19:22.364" v="247" actId="167"/>
          <ac:picMkLst>
            <pc:docMk/>
            <pc:sldMk cId="3139493289" sldId="2147483640"/>
            <ac:picMk id="13" creationId="{BFB722AE-B6D9-8CEF-7FD5-B54A3EF06D95}"/>
          </ac:picMkLst>
        </pc:picChg>
        <pc:picChg chg="del">
          <ac:chgData name="Albert YUK" userId="4520557c-7491-4c34-a648-5c3d0eacc9c9" providerId="ADAL" clId="{DAC01AF1-3A7A-4F67-BCC6-FF5722430F14}" dt="2026-07-14T08:19:23.637" v="248" actId="478"/>
          <ac:picMkLst>
            <pc:docMk/>
            <pc:sldMk cId="3139493289" sldId="2147483640"/>
            <ac:picMk id="15" creationId="{5157260E-8422-C304-B480-4EC4C1154380}"/>
          </ac:picMkLst>
        </pc:picChg>
        <pc:picChg chg="del">
          <ac:chgData name="Albert YUK" userId="4520557c-7491-4c34-a648-5c3d0eacc9c9" providerId="ADAL" clId="{DAC01AF1-3A7A-4F67-BCC6-FF5722430F14}" dt="2026-07-14T08:19:51.590" v="256" actId="478"/>
          <ac:picMkLst>
            <pc:docMk/>
            <pc:sldMk cId="3139493289" sldId="2147483640"/>
            <ac:picMk id="17" creationId="{04FEE198-56EA-7338-D7AE-01B4D94EBAF2}"/>
          </ac:picMkLst>
        </pc:picChg>
      </pc:sldChg>
      <pc:sldChg chg="addSp delSp modSp mod">
        <pc:chgData name="Albert YUK" userId="4520557c-7491-4c34-a648-5c3d0eacc9c9" providerId="ADAL" clId="{DAC01AF1-3A7A-4F67-BCC6-FF5722430F14}" dt="2026-07-14T09:56:57.118" v="1681" actId="1037"/>
        <pc:sldMkLst>
          <pc:docMk/>
          <pc:sldMk cId="187911012" sldId="2147483641"/>
        </pc:sldMkLst>
        <pc:spChg chg="mod">
          <ac:chgData name="Albert YUK" userId="4520557c-7491-4c34-a648-5c3d0eacc9c9" providerId="ADAL" clId="{DAC01AF1-3A7A-4F67-BCC6-FF5722430F14}" dt="2026-07-14T09:19:29.422" v="1129" actId="1076"/>
          <ac:spMkLst>
            <pc:docMk/>
            <pc:sldMk cId="187911012" sldId="2147483641"/>
            <ac:spMk id="2" creationId="{A700D027-560A-57B1-00BD-DB431FB79760}"/>
          </ac:spMkLst>
        </pc:spChg>
        <pc:spChg chg="mod">
          <ac:chgData name="Albert YUK" userId="4520557c-7491-4c34-a648-5c3d0eacc9c9" providerId="ADAL" clId="{DAC01AF1-3A7A-4F67-BCC6-FF5722430F14}" dt="2026-07-14T09:47:35.115" v="1581" actId="1076"/>
          <ac:spMkLst>
            <pc:docMk/>
            <pc:sldMk cId="187911012" sldId="2147483641"/>
            <ac:spMk id="4" creationId="{A3709897-1280-0D1D-5440-D20AB8B942E5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6" creationId="{B4A8E506-EE16-6E60-01BF-8C106232D342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8" creationId="{A46A33F9-1D10-0355-F94B-21C470E60B1D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10" creationId="{EB071E0A-95C0-07ED-2A26-7BB32BD48073}"/>
          </ac:spMkLst>
        </pc:spChg>
        <pc:spChg chg="mod ord topLvl">
          <ac:chgData name="Albert YUK" userId="4520557c-7491-4c34-a648-5c3d0eacc9c9" providerId="ADAL" clId="{DAC01AF1-3A7A-4F67-BCC6-FF5722430F14}" dt="2026-07-14T09:21:35.896" v="1167" actId="20577"/>
          <ac:spMkLst>
            <pc:docMk/>
            <pc:sldMk cId="187911012" sldId="2147483641"/>
            <ac:spMk id="11" creationId="{274C2CFE-28EF-90D0-3A55-3E1FFD2665BF}"/>
          </ac:spMkLst>
        </pc:spChg>
        <pc:spChg chg="mod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14" creationId="{77D085DA-E1AA-CFA2-BD79-1FEC008BEA90}"/>
          </ac:spMkLst>
        </pc:spChg>
        <pc:spChg chg="mod topLvl">
          <ac:chgData name="Albert YUK" userId="4520557c-7491-4c34-a648-5c3d0eacc9c9" providerId="ADAL" clId="{DAC01AF1-3A7A-4F67-BCC6-FF5722430F14}" dt="2026-07-14T09:27:13.618" v="1225" actId="1076"/>
          <ac:spMkLst>
            <pc:docMk/>
            <pc:sldMk cId="187911012" sldId="2147483641"/>
            <ac:spMk id="15" creationId="{C37E961F-E1A9-92D8-E84E-00BD07F133D4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22" creationId="{FF756E7E-0C51-AED6-3FB0-946DC92A7B56}"/>
          </ac:spMkLst>
        </pc:spChg>
        <pc:spChg chg="del mod topLvl">
          <ac:chgData name="Albert YUK" userId="4520557c-7491-4c34-a648-5c3d0eacc9c9" providerId="ADAL" clId="{DAC01AF1-3A7A-4F67-BCC6-FF5722430F14}" dt="2026-07-14T09:47:18.637" v="1575" actId="478"/>
          <ac:spMkLst>
            <pc:docMk/>
            <pc:sldMk cId="187911012" sldId="2147483641"/>
            <ac:spMk id="24" creationId="{01031DCA-261B-DFAF-3044-070926FBE0BE}"/>
          </ac:spMkLst>
        </pc:spChg>
        <pc:spChg chg="mod">
          <ac:chgData name="Albert YUK" userId="4520557c-7491-4c34-a648-5c3d0eacc9c9" providerId="ADAL" clId="{DAC01AF1-3A7A-4F67-BCC6-FF5722430F14}" dt="2026-07-14T09:50:37.988" v="1599" actId="1076"/>
          <ac:spMkLst>
            <pc:docMk/>
            <pc:sldMk cId="187911012" sldId="2147483641"/>
            <ac:spMk id="32" creationId="{B587F6F3-F3A5-9630-D004-AFE28FB48740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33" creationId="{42371077-70DA-FDCB-CB09-6739F77D481A}"/>
          </ac:spMkLst>
        </pc:spChg>
        <pc:spChg chg="mod or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36" creationId="{8B35E99F-B525-9289-6498-89E5F3807901}"/>
          </ac:spMkLst>
        </pc:spChg>
        <pc:spChg chg="mod">
          <ac:chgData name="Albert YUK" userId="4520557c-7491-4c34-a648-5c3d0eacc9c9" providerId="ADAL" clId="{DAC01AF1-3A7A-4F67-BCC6-FF5722430F14}" dt="2026-07-14T09:38:33.237" v="1421" actId="20577"/>
          <ac:spMkLst>
            <pc:docMk/>
            <pc:sldMk cId="187911012" sldId="2147483641"/>
            <ac:spMk id="42" creationId="{4A63AD62-C4F1-4462-0D05-FC62AFDAFBF3}"/>
          </ac:spMkLst>
        </pc:spChg>
        <pc:spChg chg="del mod topLvl">
          <ac:chgData name="Albert YUK" userId="4520557c-7491-4c34-a648-5c3d0eacc9c9" providerId="ADAL" clId="{DAC01AF1-3A7A-4F67-BCC6-FF5722430F14}" dt="2026-07-14T09:47:18.637" v="1575" actId="478"/>
          <ac:spMkLst>
            <pc:docMk/>
            <pc:sldMk cId="187911012" sldId="2147483641"/>
            <ac:spMk id="44" creationId="{91A0DB7F-89D6-D948-03A2-B016314B1C5E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46" creationId="{A2AED23F-BDE2-A159-A867-9DEFDC17561B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52" creationId="{2FC3E9DC-495A-96FF-C3A7-AC9D2A3D8F0F}"/>
          </ac:spMkLst>
        </pc:spChg>
        <pc:spChg chg="mod topLvl">
          <ac:chgData name="Albert YUK" userId="4520557c-7491-4c34-a648-5c3d0eacc9c9" providerId="ADAL" clId="{DAC01AF1-3A7A-4F67-BCC6-FF5722430F14}" dt="2026-07-14T09:56:57.118" v="1681" actId="1037"/>
          <ac:spMkLst>
            <pc:docMk/>
            <pc:sldMk cId="187911012" sldId="2147483641"/>
            <ac:spMk id="58" creationId="{90B9EA7C-D279-6A6A-B2DC-DC3751012998}"/>
          </ac:spMkLst>
        </pc:spChg>
        <pc:spChg chg="mod topLvl">
          <ac:chgData name="Albert YUK" userId="4520557c-7491-4c34-a648-5c3d0eacc9c9" providerId="ADAL" clId="{DAC01AF1-3A7A-4F67-BCC6-FF5722430F14}" dt="2026-07-14T09:47:31.460" v="1579" actId="1037"/>
          <ac:spMkLst>
            <pc:docMk/>
            <pc:sldMk cId="187911012" sldId="2147483641"/>
            <ac:spMk id="62" creationId="{20BF6154-4061-2FCD-052C-522FB3707C92}"/>
          </ac:spMkLst>
        </pc:spChg>
        <pc:spChg chg="add del mod">
          <ac:chgData name="Albert YUK" userId="4520557c-7491-4c34-a648-5c3d0eacc9c9" providerId="ADAL" clId="{DAC01AF1-3A7A-4F67-BCC6-FF5722430F14}" dt="2026-07-14T09:56:56.716" v="1680" actId="22"/>
          <ac:spMkLst>
            <pc:docMk/>
            <pc:sldMk cId="187911012" sldId="2147483641"/>
            <ac:spMk id="89" creationId="{BE32A4A6-086B-59E0-EED3-5735CCE236BE}"/>
          </ac:spMkLst>
        </pc:spChg>
        <pc:grpChg chg="del">
          <ac:chgData name="Albert YUK" userId="4520557c-7491-4c34-a648-5c3d0eacc9c9" providerId="ADAL" clId="{DAC01AF1-3A7A-4F67-BCC6-FF5722430F14}" dt="2026-07-14T09:20:09.765" v="1137" actId="165"/>
          <ac:grpSpMkLst>
            <pc:docMk/>
            <pc:sldMk cId="187911012" sldId="2147483641"/>
            <ac:grpSpMk id="16" creationId="{A6320502-E292-F3CC-CB60-B8B85561FD6F}"/>
          </ac:grpSpMkLst>
        </pc:grpChg>
        <pc:grpChg chg="mod">
          <ac:chgData name="Albert YUK" userId="4520557c-7491-4c34-a648-5c3d0eacc9c9" providerId="ADAL" clId="{DAC01AF1-3A7A-4F67-BCC6-FF5722430F14}" dt="2026-07-14T09:19:54.372" v="1134" actId="1076"/>
          <ac:grpSpMkLst>
            <pc:docMk/>
            <pc:sldMk cId="187911012" sldId="2147483641"/>
            <ac:grpSpMk id="17" creationId="{D9AEB339-8EA3-1B6D-F031-4B07B235307F}"/>
          </ac:grpSpMkLst>
        </pc:grpChg>
        <pc:grpChg chg="del">
          <ac:chgData name="Albert YUK" userId="4520557c-7491-4c34-a648-5c3d0eacc9c9" providerId="ADAL" clId="{DAC01AF1-3A7A-4F67-BCC6-FF5722430F14}" dt="2026-07-14T09:20:02.518" v="1136" actId="165"/>
          <ac:grpSpMkLst>
            <pc:docMk/>
            <pc:sldMk cId="187911012" sldId="2147483641"/>
            <ac:grpSpMk id="25" creationId="{74838C73-8809-73EE-6DF6-089272F5DD52}"/>
          </ac:grpSpMkLst>
        </pc:grpChg>
        <pc:grpChg chg="del">
          <ac:chgData name="Albert YUK" userId="4520557c-7491-4c34-a648-5c3d0eacc9c9" providerId="ADAL" clId="{DAC01AF1-3A7A-4F67-BCC6-FF5722430F14}" dt="2026-07-14T09:30:59.448" v="1301" actId="165"/>
          <ac:grpSpMkLst>
            <pc:docMk/>
            <pc:sldMk cId="187911012" sldId="2147483641"/>
            <ac:grpSpMk id="34" creationId="{15E4B82E-A556-EF24-A73D-59AF129EF1A1}"/>
          </ac:grpSpMkLst>
        </pc:grpChg>
        <pc:picChg chg="del">
          <ac:chgData name="Albert YUK" userId="4520557c-7491-4c34-a648-5c3d0eacc9c9" providerId="ADAL" clId="{DAC01AF1-3A7A-4F67-BCC6-FF5722430F14}" dt="2026-07-14T09:46:27.903" v="1563" actId="478"/>
          <ac:picMkLst>
            <pc:docMk/>
            <pc:sldMk cId="187911012" sldId="2147483641"/>
            <ac:picMk id="7" creationId="{1D0D33A0-1FF2-31C7-02F9-A3D99756B6AD}"/>
          </ac:picMkLst>
        </pc:picChg>
        <pc:picChg chg="del mod topLvl">
          <ac:chgData name="Albert YUK" userId="4520557c-7491-4c34-a648-5c3d0eacc9c9" providerId="ADAL" clId="{DAC01AF1-3A7A-4F67-BCC6-FF5722430F14}" dt="2026-07-14T09:23:21.419" v="1187" actId="478"/>
          <ac:picMkLst>
            <pc:docMk/>
            <pc:sldMk cId="187911012" sldId="2147483641"/>
            <ac:picMk id="9" creationId="{795D69B3-5027-BEAE-CE36-B7C858177FE8}"/>
          </ac:picMkLst>
        </pc:picChg>
        <pc:picChg chg="del">
          <ac:chgData name="Albert YUK" userId="4520557c-7491-4c34-a648-5c3d0eacc9c9" providerId="ADAL" clId="{DAC01AF1-3A7A-4F67-BCC6-FF5722430F14}" dt="2026-07-14T09:30:46.864" v="1300" actId="478"/>
          <ac:picMkLst>
            <pc:docMk/>
            <pc:sldMk cId="187911012" sldId="2147483641"/>
            <ac:picMk id="12" creationId="{6FD3D4C8-A289-FE0F-1AF3-FAC71895C2EF}"/>
          </ac:picMkLst>
        </pc:picChg>
        <pc:picChg chg="del mod topLvl">
          <ac:chgData name="Albert YUK" userId="4520557c-7491-4c34-a648-5c3d0eacc9c9" providerId="ADAL" clId="{DAC01AF1-3A7A-4F67-BCC6-FF5722430F14}" dt="2026-07-14T09:26:22.662" v="1200" actId="478"/>
          <ac:picMkLst>
            <pc:docMk/>
            <pc:sldMk cId="187911012" sldId="2147483641"/>
            <ac:picMk id="13" creationId="{D280BB72-6DA3-02F3-0C54-E6D877A69CC1}"/>
          </ac:picMkLst>
        </pc:picChg>
        <pc:picChg chg="del mod topLvl">
          <ac:chgData name="Albert YUK" userId="4520557c-7491-4c34-a648-5c3d0eacc9c9" providerId="ADAL" clId="{DAC01AF1-3A7A-4F67-BCC6-FF5722430F14}" dt="2026-07-14T09:29:14.875" v="1259" actId="478"/>
          <ac:picMkLst>
            <pc:docMk/>
            <pc:sldMk cId="187911012" sldId="2147483641"/>
            <ac:picMk id="18" creationId="{D4888742-549D-ACFD-91F5-2B74999961CE}"/>
          </ac:picMkLst>
        </pc:picChg>
        <pc:picChg chg="del mod topLvl">
          <ac:chgData name="Albert YUK" userId="4520557c-7491-4c34-a648-5c3d0eacc9c9" providerId="ADAL" clId="{DAC01AF1-3A7A-4F67-BCC6-FF5722430F14}" dt="2026-07-14T09:20:19.992" v="1142" actId="478"/>
          <ac:picMkLst>
            <pc:docMk/>
            <pc:sldMk cId="187911012" sldId="2147483641"/>
            <ac:picMk id="19" creationId="{58D76B64-07F9-BF46-6A41-A44918B7A229}"/>
          </ac:picMkLst>
        </pc:picChg>
        <pc:picChg chg="del mod topLvl">
          <ac:chgData name="Albert YUK" userId="4520557c-7491-4c34-a648-5c3d0eacc9c9" providerId="ADAL" clId="{DAC01AF1-3A7A-4F67-BCC6-FF5722430F14}" dt="2026-07-14T09:20:11.890" v="1138" actId="478"/>
          <ac:picMkLst>
            <pc:docMk/>
            <pc:sldMk cId="187911012" sldId="2147483641"/>
            <ac:picMk id="26" creationId="{FA5B38C3-6DE7-7E1A-64D6-0E3BE764941E}"/>
          </ac:picMkLst>
        </pc:picChg>
        <pc:picChg chg="add mod ord">
          <ac:chgData name="Albert YUK" userId="4520557c-7491-4c34-a648-5c3d0eacc9c9" providerId="ADAL" clId="{DAC01AF1-3A7A-4F67-BCC6-FF5722430F14}" dt="2026-07-14T09:20:18.861" v="1141" actId="167"/>
          <ac:picMkLst>
            <pc:docMk/>
            <pc:sldMk cId="187911012" sldId="2147483641"/>
            <ac:picMk id="27" creationId="{8B06286B-9CC1-A5B1-390B-2BA95DDA957C}"/>
          </ac:picMkLst>
        </pc:picChg>
        <pc:picChg chg="mod topLvl">
          <ac:chgData name="Albert YUK" userId="4520557c-7491-4c34-a648-5c3d0eacc9c9" providerId="ADAL" clId="{DAC01AF1-3A7A-4F67-BCC6-FF5722430F14}" dt="2026-07-14T09:36:44.116" v="1398" actId="165"/>
          <ac:picMkLst>
            <pc:docMk/>
            <pc:sldMk cId="187911012" sldId="2147483641"/>
            <ac:picMk id="30" creationId="{388DDAF3-0204-1199-C409-80FA93F15744}"/>
          </ac:picMkLst>
        </pc:picChg>
        <pc:picChg chg="mod topLvl">
          <ac:chgData name="Albert YUK" userId="4520557c-7491-4c34-a648-5c3d0eacc9c9" providerId="ADAL" clId="{DAC01AF1-3A7A-4F67-BCC6-FF5722430F14}" dt="2026-07-14T09:36:44.116" v="1398" actId="165"/>
          <ac:picMkLst>
            <pc:docMk/>
            <pc:sldMk cId="187911012" sldId="2147483641"/>
            <ac:picMk id="31" creationId="{E03BA3F5-CC95-D872-C78B-1A429AF49C5F}"/>
          </ac:picMkLst>
        </pc:picChg>
        <pc:picChg chg="del">
          <ac:chgData name="Albert YUK" userId="4520557c-7491-4c34-a648-5c3d0eacc9c9" providerId="ADAL" clId="{DAC01AF1-3A7A-4F67-BCC6-FF5722430F14}" dt="2026-07-14T09:47:18.637" v="1575" actId="478"/>
          <ac:picMkLst>
            <pc:docMk/>
            <pc:sldMk cId="187911012" sldId="2147483641"/>
            <ac:picMk id="35" creationId="{A372B02F-2248-B513-F5AB-625F83AD9230}"/>
          </ac:picMkLst>
        </pc:picChg>
        <pc:picChg chg="del mod topLvl">
          <ac:chgData name="Albert YUK" userId="4520557c-7491-4c34-a648-5c3d0eacc9c9" providerId="ADAL" clId="{DAC01AF1-3A7A-4F67-BCC6-FF5722430F14}" dt="2026-07-14T09:32:31.896" v="1324" actId="478"/>
          <ac:picMkLst>
            <pc:docMk/>
            <pc:sldMk cId="187911012" sldId="2147483641"/>
            <ac:picMk id="37" creationId="{AB280F6B-ACBF-5C9F-A074-EBD711037892}"/>
          </ac:picMkLst>
        </pc:picChg>
        <pc:picChg chg="del mod topLvl">
          <ac:chgData name="Albert YUK" userId="4520557c-7491-4c34-a648-5c3d0eacc9c9" providerId="ADAL" clId="{DAC01AF1-3A7A-4F67-BCC6-FF5722430F14}" dt="2026-07-14T09:34:12.232" v="1359" actId="478"/>
          <ac:picMkLst>
            <pc:docMk/>
            <pc:sldMk cId="187911012" sldId="2147483641"/>
            <ac:picMk id="38" creationId="{CA8680A8-6788-3B93-8177-B0696053E006}"/>
          </ac:picMkLst>
        </pc:picChg>
        <pc:picChg chg="add del mod ord">
          <ac:chgData name="Albert YUK" userId="4520557c-7491-4c34-a648-5c3d0eacc9c9" providerId="ADAL" clId="{DAC01AF1-3A7A-4F67-BCC6-FF5722430F14}" dt="2026-07-14T09:21:19.043" v="1143" actId="14100"/>
          <ac:picMkLst>
            <pc:docMk/>
            <pc:sldMk cId="187911012" sldId="2147483641"/>
            <ac:picMk id="39" creationId="{E85A2681-1744-F729-EAA1-573861BAC379}"/>
          </ac:picMkLst>
        </pc:picChg>
        <pc:picChg chg="del mod">
          <ac:chgData name="Albert YUK" userId="4520557c-7491-4c34-a648-5c3d0eacc9c9" providerId="ADAL" clId="{DAC01AF1-3A7A-4F67-BCC6-FF5722430F14}" dt="2026-07-14T09:36:45.691" v="1399" actId="478"/>
          <ac:picMkLst>
            <pc:docMk/>
            <pc:sldMk cId="187911012" sldId="2147483641"/>
            <ac:picMk id="40" creationId="{67180630-DB07-D478-A8F2-A85362BD6DC6}"/>
          </ac:picMkLst>
        </pc:picChg>
        <pc:picChg chg="del">
          <ac:chgData name="Albert YUK" userId="4520557c-7491-4c34-a648-5c3d0eacc9c9" providerId="ADAL" clId="{DAC01AF1-3A7A-4F67-BCC6-FF5722430F14}" dt="2026-07-14T09:47:18.637" v="1575" actId="478"/>
          <ac:picMkLst>
            <pc:docMk/>
            <pc:sldMk cId="187911012" sldId="2147483641"/>
            <ac:picMk id="41" creationId="{F1761772-C9DC-95BD-AC53-4CF5F9CB1514}"/>
          </ac:picMkLst>
        </pc:picChg>
        <pc:picChg chg="add mod ord modCrop">
          <ac:chgData name="Albert YUK" userId="4520557c-7491-4c34-a648-5c3d0eacc9c9" providerId="ADAL" clId="{DAC01AF1-3A7A-4F67-BCC6-FF5722430F14}" dt="2026-07-14T09:50:55.946" v="1633" actId="1038"/>
          <ac:picMkLst>
            <pc:docMk/>
            <pc:sldMk cId="187911012" sldId="2147483641"/>
            <ac:picMk id="47" creationId="{6C00A3B0-33FE-2981-038F-E7D612030288}"/>
          </ac:picMkLst>
        </pc:picChg>
        <pc:picChg chg="del mod topLvl">
          <ac:chgData name="Albert YUK" userId="4520557c-7491-4c34-a648-5c3d0eacc9c9" providerId="ADAL" clId="{DAC01AF1-3A7A-4F67-BCC6-FF5722430F14}" dt="2026-07-14T09:41:55.305" v="1480" actId="478"/>
          <ac:picMkLst>
            <pc:docMk/>
            <pc:sldMk cId="187911012" sldId="2147483641"/>
            <ac:picMk id="48" creationId="{7DCDC06E-21A5-87D5-6887-F1F7E78F12C2}"/>
          </ac:picMkLst>
        </pc:picChg>
        <pc:picChg chg="del mod topLvl">
          <ac:chgData name="Albert YUK" userId="4520557c-7491-4c34-a648-5c3d0eacc9c9" providerId="ADAL" clId="{DAC01AF1-3A7A-4F67-BCC6-FF5722430F14}" dt="2026-07-14T09:42:03.723" v="1482" actId="478"/>
          <ac:picMkLst>
            <pc:docMk/>
            <pc:sldMk cId="187911012" sldId="2147483641"/>
            <ac:picMk id="50" creationId="{9C43EAEA-937C-FFE5-E2D0-0E45A0694220}"/>
          </ac:picMkLst>
        </pc:picChg>
        <pc:picChg chg="add mod ord">
          <ac:chgData name="Albert YUK" userId="4520557c-7491-4c34-a648-5c3d0eacc9c9" providerId="ADAL" clId="{DAC01AF1-3A7A-4F67-BCC6-FF5722430F14}" dt="2026-07-14T09:28:41.745" v="1251" actId="1036"/>
          <ac:picMkLst>
            <pc:docMk/>
            <pc:sldMk cId="187911012" sldId="2147483641"/>
            <ac:picMk id="51" creationId="{60B17256-F4F1-978D-F26C-50CA79BC6851}"/>
          </ac:picMkLst>
        </pc:picChg>
        <pc:picChg chg="del mod topLvl">
          <ac:chgData name="Albert YUK" userId="4520557c-7491-4c34-a648-5c3d0eacc9c9" providerId="ADAL" clId="{DAC01AF1-3A7A-4F67-BCC6-FF5722430F14}" dt="2026-07-14T09:43:11.920" v="1491" actId="478"/>
          <ac:picMkLst>
            <pc:docMk/>
            <pc:sldMk cId="187911012" sldId="2147483641"/>
            <ac:picMk id="54" creationId="{E9EAE820-72B2-CBFD-1374-951DC7E1168D}"/>
          </ac:picMkLst>
        </pc:picChg>
        <pc:picChg chg="add mod">
          <ac:chgData name="Albert YUK" userId="4520557c-7491-4c34-a648-5c3d0eacc9c9" providerId="ADAL" clId="{DAC01AF1-3A7A-4F67-BCC6-FF5722430F14}" dt="2026-07-14T09:29:24.030" v="1261" actId="1076"/>
          <ac:picMkLst>
            <pc:docMk/>
            <pc:sldMk cId="187911012" sldId="2147483641"/>
            <ac:picMk id="55" creationId="{16396DC6-034A-3AD4-1292-5A9EA9C6FD0A}"/>
          </ac:picMkLst>
        </pc:picChg>
        <pc:picChg chg="add mod ord">
          <ac:chgData name="Albert YUK" userId="4520557c-7491-4c34-a648-5c3d0eacc9c9" providerId="ADAL" clId="{DAC01AF1-3A7A-4F67-BCC6-FF5722430F14}" dt="2026-07-14T09:31:57.358" v="1314" actId="1036"/>
          <ac:picMkLst>
            <pc:docMk/>
            <pc:sldMk cId="187911012" sldId="2147483641"/>
            <ac:picMk id="57" creationId="{9478EF25-2C42-1D5F-EB89-0C3E92884EDA}"/>
          </ac:picMkLst>
        </pc:picChg>
        <pc:picChg chg="del mod topLvl">
          <ac:chgData name="Albert YUK" userId="4520557c-7491-4c34-a648-5c3d0eacc9c9" providerId="ADAL" clId="{DAC01AF1-3A7A-4F67-BCC6-FF5722430F14}" dt="2026-07-14T09:44:38.393" v="1526" actId="478"/>
          <ac:picMkLst>
            <pc:docMk/>
            <pc:sldMk cId="187911012" sldId="2147483641"/>
            <ac:picMk id="60" creationId="{4911371D-4B87-9BC7-10B5-A0634FD3DC8C}"/>
          </ac:picMkLst>
        </pc:picChg>
        <pc:picChg chg="add mod ord">
          <ac:chgData name="Albert YUK" userId="4520557c-7491-4c34-a648-5c3d0eacc9c9" providerId="ADAL" clId="{DAC01AF1-3A7A-4F67-BCC6-FF5722430F14}" dt="2026-07-14T09:32:31.203" v="1323" actId="167"/>
          <ac:picMkLst>
            <pc:docMk/>
            <pc:sldMk cId="187911012" sldId="2147483641"/>
            <ac:picMk id="61" creationId="{6EE7250D-62B9-1FDA-1402-039193DA9907}"/>
          </ac:picMkLst>
        </pc:picChg>
        <pc:picChg chg="add mod ord">
          <ac:chgData name="Albert YUK" userId="4520557c-7491-4c34-a648-5c3d0eacc9c9" providerId="ADAL" clId="{DAC01AF1-3A7A-4F67-BCC6-FF5722430F14}" dt="2026-07-14T09:50:37.988" v="1599" actId="1076"/>
          <ac:picMkLst>
            <pc:docMk/>
            <pc:sldMk cId="187911012" sldId="2147483641"/>
            <ac:picMk id="65" creationId="{1B982913-289B-E0D2-C5C9-9F8AD1049D42}"/>
          </ac:picMkLst>
        </pc:picChg>
        <pc:picChg chg="add del mod ord">
          <ac:chgData name="Albert YUK" userId="4520557c-7491-4c34-a648-5c3d0eacc9c9" providerId="ADAL" clId="{DAC01AF1-3A7A-4F67-BCC6-FF5722430F14}" dt="2026-07-14T09:38:23.806" v="1410" actId="478"/>
          <ac:picMkLst>
            <pc:docMk/>
            <pc:sldMk cId="187911012" sldId="2147483641"/>
            <ac:picMk id="67" creationId="{4F7DD0E2-E0BB-011B-C31C-908162DB6557}"/>
          </ac:picMkLst>
        </pc:picChg>
        <pc:picChg chg="add mod ord">
          <ac:chgData name="Albert YUK" userId="4520557c-7491-4c34-a648-5c3d0eacc9c9" providerId="ADAL" clId="{DAC01AF1-3A7A-4F67-BCC6-FF5722430F14}" dt="2026-07-14T09:50:49.446" v="1631" actId="1076"/>
          <ac:picMkLst>
            <pc:docMk/>
            <pc:sldMk cId="187911012" sldId="2147483641"/>
            <ac:picMk id="69" creationId="{FF2F1A22-C8E3-4A92-4659-BEAC982F2855}"/>
          </ac:picMkLst>
        </pc:picChg>
        <pc:picChg chg="add del mod ord">
          <ac:chgData name="Albert YUK" userId="4520557c-7491-4c34-a648-5c3d0eacc9c9" providerId="ADAL" clId="{DAC01AF1-3A7A-4F67-BCC6-FF5722430F14}" dt="2026-07-14T09:41:54.140" v="1479" actId="167"/>
          <ac:picMkLst>
            <pc:docMk/>
            <pc:sldMk cId="187911012" sldId="2147483641"/>
            <ac:picMk id="71" creationId="{166859D6-BBF5-BA7A-91EE-0299F96F947B}"/>
          </ac:picMkLst>
        </pc:picChg>
        <pc:picChg chg="add mod ord">
          <ac:chgData name="Albert YUK" userId="4520557c-7491-4c34-a648-5c3d0eacc9c9" providerId="ADAL" clId="{DAC01AF1-3A7A-4F67-BCC6-FF5722430F14}" dt="2026-07-14T09:50:54.775" v="1632" actId="1038"/>
          <ac:picMkLst>
            <pc:docMk/>
            <pc:sldMk cId="187911012" sldId="2147483641"/>
            <ac:picMk id="73" creationId="{70C9BC5E-9D67-F43F-8256-6D1FBB564DD3}"/>
          </ac:picMkLst>
        </pc:picChg>
        <pc:picChg chg="add mod ord">
          <ac:chgData name="Albert YUK" userId="4520557c-7491-4c34-a648-5c3d0eacc9c9" providerId="ADAL" clId="{DAC01AF1-3A7A-4F67-BCC6-FF5722430F14}" dt="2026-07-14T09:43:09.598" v="1490" actId="167"/>
          <ac:picMkLst>
            <pc:docMk/>
            <pc:sldMk cId="187911012" sldId="2147483641"/>
            <ac:picMk id="75" creationId="{9B0F0DC8-8E75-B059-D3D1-DA3EA3B4FB74}"/>
          </ac:picMkLst>
        </pc:picChg>
        <pc:picChg chg="add del mod">
          <ac:chgData name="Albert YUK" userId="4520557c-7491-4c34-a648-5c3d0eacc9c9" providerId="ADAL" clId="{DAC01AF1-3A7A-4F67-BCC6-FF5722430F14}" dt="2026-07-14T09:44:02.635" v="1515" actId="478"/>
          <ac:picMkLst>
            <pc:docMk/>
            <pc:sldMk cId="187911012" sldId="2147483641"/>
            <ac:picMk id="77" creationId="{57975C08-ED1D-5672-4718-BF1CA0A8223C}"/>
          </ac:picMkLst>
        </pc:picChg>
        <pc:picChg chg="add del mod">
          <ac:chgData name="Albert YUK" userId="4520557c-7491-4c34-a648-5c3d0eacc9c9" providerId="ADAL" clId="{DAC01AF1-3A7A-4F67-BCC6-FF5722430F14}" dt="2026-07-14T09:44:08.701" v="1518" actId="478"/>
          <ac:picMkLst>
            <pc:docMk/>
            <pc:sldMk cId="187911012" sldId="2147483641"/>
            <ac:picMk id="79" creationId="{237D2C14-7570-A008-1268-F8F1BE080510}"/>
          </ac:picMkLst>
        </pc:picChg>
        <pc:picChg chg="add mod">
          <ac:chgData name="Albert YUK" userId="4520557c-7491-4c34-a648-5c3d0eacc9c9" providerId="ADAL" clId="{DAC01AF1-3A7A-4F67-BCC6-FF5722430F14}" dt="2026-07-14T09:47:31.460" v="1579" actId="1037"/>
          <ac:picMkLst>
            <pc:docMk/>
            <pc:sldMk cId="187911012" sldId="2147483641"/>
            <ac:picMk id="81" creationId="{A0086C51-36DC-AC2D-0C42-0D2DEA36061B}"/>
          </ac:picMkLst>
        </pc:picChg>
        <pc:picChg chg="add del mod">
          <ac:chgData name="Albert YUK" userId="4520557c-7491-4c34-a648-5c3d0eacc9c9" providerId="ADAL" clId="{DAC01AF1-3A7A-4F67-BCC6-FF5722430F14}" dt="2026-07-14T09:45:42.200" v="1551" actId="478"/>
          <ac:picMkLst>
            <pc:docMk/>
            <pc:sldMk cId="187911012" sldId="2147483641"/>
            <ac:picMk id="83" creationId="{A25407F4-BD87-1D82-90AB-21307563A689}"/>
          </ac:picMkLst>
        </pc:picChg>
        <pc:picChg chg="add mod ord">
          <ac:chgData name="Albert YUK" userId="4520557c-7491-4c34-a648-5c3d0eacc9c9" providerId="ADAL" clId="{DAC01AF1-3A7A-4F67-BCC6-FF5722430F14}" dt="2026-07-14T09:47:39.176" v="1589" actId="1037"/>
          <ac:picMkLst>
            <pc:docMk/>
            <pc:sldMk cId="187911012" sldId="2147483641"/>
            <ac:picMk id="85" creationId="{BF3ABF5B-EBDE-9969-AD73-F253714071D3}"/>
          </ac:picMkLst>
        </pc:picChg>
        <pc:picChg chg="add del mod">
          <ac:chgData name="Albert YUK" userId="4520557c-7491-4c34-a648-5c3d0eacc9c9" providerId="ADAL" clId="{DAC01AF1-3A7A-4F67-BCC6-FF5722430F14}" dt="2026-07-14T09:56:56.716" v="1680" actId="22"/>
          <ac:picMkLst>
            <pc:docMk/>
            <pc:sldMk cId="187911012" sldId="2147483641"/>
            <ac:picMk id="87" creationId="{24ED93D8-F063-E384-0062-7739893E09B0}"/>
          </ac:picMkLst>
        </pc:picChg>
      </pc:sldChg>
      <pc:sldChg chg="del">
        <pc:chgData name="Albert YUK" userId="4520557c-7491-4c34-a648-5c3d0eacc9c9" providerId="ADAL" clId="{DAC01AF1-3A7A-4F67-BCC6-FF5722430F14}" dt="2026-07-14T03:48:32.245" v="178" actId="47"/>
        <pc:sldMkLst>
          <pc:docMk/>
          <pc:sldMk cId="778429880" sldId="2147483643"/>
        </pc:sldMkLst>
      </pc:sldChg>
      <pc:sldChg chg="addSp delSp modSp mod">
        <pc:chgData name="Albert YUK" userId="4520557c-7491-4c34-a648-5c3d0eacc9c9" providerId="ADAL" clId="{DAC01AF1-3A7A-4F67-BCC6-FF5722430F14}" dt="2026-07-14T08:51:05.978" v="640" actId="1076"/>
        <pc:sldMkLst>
          <pc:docMk/>
          <pc:sldMk cId="3089400460" sldId="2147483646"/>
        </pc:sldMkLst>
        <pc:spChg chg="mod">
          <ac:chgData name="Albert YUK" userId="4520557c-7491-4c34-a648-5c3d0eacc9c9" providerId="ADAL" clId="{DAC01AF1-3A7A-4F67-BCC6-FF5722430F14}" dt="2026-07-14T08:48:39.252" v="501" actId="20577"/>
          <ac:spMkLst>
            <pc:docMk/>
            <pc:sldMk cId="3089400460" sldId="2147483646"/>
            <ac:spMk id="2" creationId="{3AC333B8-2C9E-6C8B-515F-C7D493885761}"/>
          </ac:spMkLst>
        </pc:spChg>
        <pc:spChg chg="add mod">
          <ac:chgData name="Albert YUK" userId="4520557c-7491-4c34-a648-5c3d0eacc9c9" providerId="ADAL" clId="{DAC01AF1-3A7A-4F67-BCC6-FF5722430F14}" dt="2026-07-14T08:50:47.213" v="638"/>
          <ac:spMkLst>
            <pc:docMk/>
            <pc:sldMk cId="3089400460" sldId="2147483646"/>
            <ac:spMk id="11" creationId="{7E31AAA6-2A6E-021F-F96F-D7B4BAA8B57B}"/>
          </ac:spMkLst>
        </pc:spChg>
        <pc:picChg chg="del">
          <ac:chgData name="Albert YUK" userId="4520557c-7491-4c34-a648-5c3d0eacc9c9" providerId="ADAL" clId="{DAC01AF1-3A7A-4F67-BCC6-FF5722430F14}" dt="2026-07-14T08:25:37.513" v="286" actId="478"/>
          <ac:picMkLst>
            <pc:docMk/>
            <pc:sldMk cId="3089400460" sldId="2147483646"/>
            <ac:picMk id="3" creationId="{D9688620-895B-2AFB-D493-269759497372}"/>
          </ac:picMkLst>
        </pc:picChg>
        <pc:picChg chg="del">
          <ac:chgData name="Albert YUK" userId="4520557c-7491-4c34-a648-5c3d0eacc9c9" providerId="ADAL" clId="{DAC01AF1-3A7A-4F67-BCC6-FF5722430F14}" dt="2026-07-14T08:25:36.318" v="285" actId="478"/>
          <ac:picMkLst>
            <pc:docMk/>
            <pc:sldMk cId="3089400460" sldId="2147483646"/>
            <ac:picMk id="7" creationId="{862DD4CF-CFEE-878D-794B-07D29DFE8784}"/>
          </ac:picMkLst>
        </pc:picChg>
        <pc:picChg chg="add mod">
          <ac:chgData name="Albert YUK" userId="4520557c-7491-4c34-a648-5c3d0eacc9c9" providerId="ADAL" clId="{DAC01AF1-3A7A-4F67-BCC6-FF5722430F14}" dt="2026-07-14T08:25:53.607" v="323" actId="1076"/>
          <ac:picMkLst>
            <pc:docMk/>
            <pc:sldMk cId="3089400460" sldId="2147483646"/>
            <ac:picMk id="8" creationId="{5A04E903-FC1D-B165-4297-71694A930288}"/>
          </ac:picMkLst>
        </pc:picChg>
        <pc:picChg chg="add">
          <ac:chgData name="Albert YUK" userId="4520557c-7491-4c34-a648-5c3d0eacc9c9" providerId="ADAL" clId="{DAC01AF1-3A7A-4F67-BCC6-FF5722430F14}" dt="2026-07-14T08:46:26.151" v="379" actId="22"/>
          <ac:picMkLst>
            <pc:docMk/>
            <pc:sldMk cId="3089400460" sldId="2147483646"/>
            <ac:picMk id="13" creationId="{B05DCCCC-55D0-DF9D-0B97-933F1CD96B6B}"/>
          </ac:picMkLst>
        </pc:picChg>
        <pc:picChg chg="add mod">
          <ac:chgData name="Albert YUK" userId="4520557c-7491-4c34-a648-5c3d0eacc9c9" providerId="ADAL" clId="{DAC01AF1-3A7A-4F67-BCC6-FF5722430F14}" dt="2026-07-14T08:51:05.978" v="640" actId="1076"/>
          <ac:picMkLst>
            <pc:docMk/>
            <pc:sldMk cId="3089400460" sldId="2147483646"/>
            <ac:picMk id="15" creationId="{1FB25C38-243E-5A9E-8DA6-BA1DD0F2E0B3}"/>
          </ac:picMkLst>
        </pc:picChg>
      </pc:sldChg>
      <pc:sldChg chg="modSp mod">
        <pc:chgData name="Albert YUK" userId="4520557c-7491-4c34-a648-5c3d0eacc9c9" providerId="ADAL" clId="{DAC01AF1-3A7A-4F67-BCC6-FF5722430F14}" dt="2026-07-14T03:47:13.752" v="176" actId="20577"/>
        <pc:sldMkLst>
          <pc:docMk/>
          <pc:sldMk cId="1158065266" sldId="2147483647"/>
        </pc:sldMkLst>
        <pc:spChg chg="mod">
          <ac:chgData name="Albert YUK" userId="4520557c-7491-4c34-a648-5c3d0eacc9c9" providerId="ADAL" clId="{DAC01AF1-3A7A-4F67-BCC6-FF5722430F14}" dt="2026-07-14T03:47:13.752" v="176" actId="20577"/>
          <ac:spMkLst>
            <pc:docMk/>
            <pc:sldMk cId="1158065266" sldId="2147483647"/>
            <ac:spMk id="3" creationId="{4669ED4A-E0BF-D68E-2B20-903E72EE5544}"/>
          </ac:spMkLst>
        </pc:spChg>
        <pc:spChg chg="mod">
          <ac:chgData name="Albert YUK" userId="4520557c-7491-4c34-a648-5c3d0eacc9c9" providerId="ADAL" clId="{DAC01AF1-3A7A-4F67-BCC6-FF5722430F14}" dt="2026-07-13T09:38:55.540" v="45" actId="20577"/>
          <ac:spMkLst>
            <pc:docMk/>
            <pc:sldMk cId="1158065266" sldId="2147483647"/>
            <ac:spMk id="18" creationId="{93E59151-B6C4-B91B-F6D0-BDB8135E8008}"/>
          </ac:spMkLst>
        </pc:spChg>
        <pc:spChg chg="mod">
          <ac:chgData name="Albert YUK" userId="4520557c-7491-4c34-a648-5c3d0eacc9c9" providerId="ADAL" clId="{DAC01AF1-3A7A-4F67-BCC6-FF5722430F14}" dt="2026-07-13T09:40:10.500" v="80" actId="20577"/>
          <ac:spMkLst>
            <pc:docMk/>
            <pc:sldMk cId="1158065266" sldId="2147483647"/>
            <ac:spMk id="26" creationId="{BEDF4C07-3085-4073-24A9-EAC91D56D659}"/>
          </ac:spMkLst>
        </pc:spChg>
        <pc:spChg chg="mod">
          <ac:chgData name="Albert YUK" userId="4520557c-7491-4c34-a648-5c3d0eacc9c9" providerId="ADAL" clId="{DAC01AF1-3A7A-4F67-BCC6-FF5722430F14}" dt="2026-07-13T09:38:38.779" v="32" actId="20577"/>
          <ac:spMkLst>
            <pc:docMk/>
            <pc:sldMk cId="1158065266" sldId="2147483647"/>
            <ac:spMk id="40" creationId="{8E66B00E-0BD2-7BA4-5CF2-2566A314C80D}"/>
          </ac:spMkLst>
        </pc:spChg>
        <pc:spChg chg="mod">
          <ac:chgData name="Albert YUK" userId="4520557c-7491-4c34-a648-5c3d0eacc9c9" providerId="ADAL" clId="{DAC01AF1-3A7A-4F67-BCC6-FF5722430F14}" dt="2026-07-13T09:38:48.122" v="33" actId="20577"/>
          <ac:spMkLst>
            <pc:docMk/>
            <pc:sldMk cId="1158065266" sldId="2147483647"/>
            <ac:spMk id="41" creationId="{20AD04BB-E4D3-66E2-D27A-BDA253428C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>
                <a:latin typeface="Calibre" panose="020B050303020206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>
                <a:latin typeface="Calibre" panose="020B0503030202060203" pitchFamily="34" charset="0"/>
              </a:defRPr>
            </a:lvl1pPr>
          </a:lstStyle>
          <a:p>
            <a:fld id="{C85F8779-1FE4-4BD2-9CE4-4B52EB37E737}" type="datetimeFigureOut">
              <a:rPr lang="fr-FR" smtClean="0"/>
              <a:pPr/>
              <a:t>14/07/2026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>
                <a:latin typeface="Calibre" panose="020B050303020206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>
                <a:latin typeface="Calibre" panose="020B0503030202060203" pitchFamily="34" charset="0"/>
              </a:defRPr>
            </a:lvl1pPr>
          </a:lstStyle>
          <a:p>
            <a:fld id="{255BF015-65C9-4744-987F-18E1AEF4B2A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371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e" panose="020B0503030202060203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32F0-86FB-5924-C5F8-31877561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14CD7-5DC0-B4BB-7522-746E4A1A3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8E638-3BC0-4EB4-C840-26991190B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150DE-64B8-D7DF-BFD6-19CF9804A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98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06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AA6A-8817-C030-498C-B70D6AFB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AE532-684D-D08E-4189-922EFCCB2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5B21D-F9C3-AB37-E4D0-0634A3AA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123F-96D7-2852-7867-26FF4434D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08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9A13-F85E-802C-A7F2-922B2E0F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3A1A8-7930-93CA-9F07-413065BB4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7D5BA-38E4-DF6A-805E-F9171F5C4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5630-4FDE-53CF-88A4-0100E4A5B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8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453F-E72C-4141-975C-5D3384F1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A11E0-D356-862F-D3D5-7D9F952E0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7CCCA-A662-C7A0-B06F-8B0095EB1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88B7F-3066-56D7-07EE-365292C45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FD42-8C37-8CED-8BC3-9A316130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51812-0AB5-225E-49C5-BFB850C58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414D2-06D1-77CA-513D-38AD42355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9A73A-366D-0C0E-A50D-28F51DC45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695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FF88-C96F-D5DB-4393-C270EAF8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1FBB4-AA67-BC0A-F4FD-08D173FA0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D3989-DA2B-EDBC-9F15-42945E7D0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51031-9078-D69C-FE36-09D790AD6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29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D6CA0-AFB6-9E1D-88BB-AF80929F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4C1B9-331B-5F77-763B-6FC3185CB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73142-995B-971A-E6B8-B9D423E7A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29279-9CE2-3CCC-13BD-E563E881B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46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082B-067E-EFC0-C705-779FCA27C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509E3-BA56-B4E4-39A2-0DC1A704A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7177D-26F4-5FEF-20B1-F87887038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763C1-7A1F-41A7-A400-F1DAC9212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5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CABE-0DE5-5672-1D68-F80E35CE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E1C79-8BE5-CCE2-078C-F122DA314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2DF79-7DAF-131D-67A7-C93F959B1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4CDAF-7B91-BBF4-815F-39AA88FE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9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C7AD-9C5B-1719-2C32-E676D8BC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61317-7DED-8862-8EC7-7B3E1A8CD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739D4-42AF-245F-4D5E-936998CD8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5E3B3-BD5F-41E7-A5D0-E1FF7D537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29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3984-9960-BEE4-C052-C7451FB4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5462B-03AB-DB41-F8FE-211432EE8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86EC6-542A-1FE1-3C02-BE9B5B57F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5AF5F-C7E4-7D21-D153-C6276A131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15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F2CFC-CCA9-AB1F-4246-D52EB5F1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BF003-F63C-E9D3-61B3-8434282FC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D2B4F-65AF-8AFD-78FC-1500D98F5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2A6D-3048-41C9-8B26-38BDC9F9C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57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2A3B-DF43-6B2E-5DDD-FE8374A7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BF5D0-CC15-7B35-83A7-9E2BE3785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C24F0-5899-F70F-2963-3CCDAF0B4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6AE3C-CD30-D754-4A1B-F11199980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250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A1732-87A1-A847-D81F-2EC4656F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14EF1-0EB9-0DF1-34BD-BB8DBB140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51F02-C164-80C1-309E-09BDFD9C0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0FE80-3A9B-DE6E-D461-BA5F2A4F2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52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FE8B-917B-A99D-FDC0-C7D05706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41FD0-4B87-A23E-805E-F401CD30F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24CAC-BFCC-0E90-E155-A649AE0C0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06017-2E58-1970-948B-7FDD49004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638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2C7C-4438-CDEE-7CBC-DA2E1E17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D8C7C-84F4-9087-1A22-B687021B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D36D5-4CA8-CDF7-90DB-5B868F94F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C127D-D64F-745F-FD88-47ACC5E53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65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3088D-9864-BCAB-07FF-9316390F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D729C-F481-E4BA-D861-F6709A544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3ED28-2305-E5E9-3BDF-96829BA4D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43A6B-DA0E-7C1C-5EEB-88CDA49FD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1434" tIns="45717" rIns="91434" bIns="45717"/>
          <a:lstStyle/>
          <a:p>
            <a:fld id="{377CF9AD-949A-461D-84CE-EDA4ECAC9BE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891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AEC64-AD05-B7B3-1212-7605A6A28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194B49-2A26-AE90-19F5-AEBFF931C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36BD14-6743-0012-C47F-047518F3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4C9CC7-EC0A-8282-4B96-788C6CCE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FFD1F2-CECB-0F5C-5EF4-30D903C8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21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DE14-7F8B-C090-FE4D-599A8A3C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09F4D6-3070-812F-053B-8E8731891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9C7404-1165-E008-D513-309F2965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A7787-22EB-1452-FF4A-82A98DDF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231684-68E7-D839-17CB-4BE57A2E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77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9A458-9B34-3DEC-37D8-EF0FF678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0E3F87-1256-CE0C-E1DB-85E10C87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AADED6-8A03-E73F-EC98-4CFAB9DC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F20AAB-0900-BE86-35AE-74D8EB22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07B08F-C932-4627-96EE-3B8ACBB1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813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078AB1-8C1F-ED24-658B-F5534B19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2D95DD-D4F9-7557-E0D8-3C3E09440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329806-CFBB-7C2F-7952-59DB80231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B18CCB-4FC6-AED7-E0EE-D2226C22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7FB9D9-DA47-1FDC-1C6E-85D5F3C8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59CB39-D383-4EAA-806D-41ECE2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10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C0E94-9F64-2129-1F35-360018A8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8E4FD1-26E6-372E-D809-04CF461CF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EFAF1F-ADC6-DEE7-ABC0-322670E1B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4C745E-9648-714A-F6D3-6927B82F63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D0459D-606B-B063-AC3F-006E43FEF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74BEED-7604-49E3-5BDC-FEE79017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5D9630C-FE87-E567-C100-99DAA112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136597-F0AE-0676-8AFF-768F3E7E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15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9EDCD-9AD6-11E5-A38E-12C4B0901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C9C2ED2-7AFF-64D7-51BC-4C61024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A4FA15-6AA8-9018-C4D8-05310C51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0F36FA-4109-775F-820F-D7413267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65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331CDF-FE13-6EDD-153D-6C73C1B4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0C7809-2EF0-A777-1EDC-EE8954CB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64BD3E-C9F4-A689-6858-B6799AC5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1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83AA24-B048-2D1D-4135-A8961CC2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0FDB91-FC5F-5D95-835F-D6995358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894A24-2904-E100-E03E-BEA3A0866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DD5D1E-4B42-3C1D-2EB0-DE11482BB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44CD02-39CD-1445-E4E4-20B69F25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3951E6-1812-F01B-6DCF-06A42FD5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19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83E8D1-6FC8-7076-94BE-E0CB478DB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9237FC-0B35-867D-C111-5ACF2D70E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82E170-E76C-4B47-FB4B-97087B25A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6CE7FE-2430-D140-4391-AA641E19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879852-3FDD-EEA9-F124-3006A01E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461F84-3E28-944B-DE1A-101F164F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099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6FBD7-CE5A-CAC1-41C5-127AE40B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EC07F5-7259-4047-DC49-A03064D10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7C2923-97EF-6589-608F-9CF314CD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7E287E-AD8E-3B20-49B6-58F1CC80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FF52EA-4E26-B91B-10F9-A10DA477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83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97F6A2-62E7-4CA7-3A50-0D8A3E04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CD3BE6-5922-9DA1-39E5-2F58D9D27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9AFCBB-EFFD-776C-7E1E-FC49648B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E33B2-2851-427C-BF6B-923E573C2E83}" type="datetimeFigureOut">
              <a:rPr lang="fr-FR" smtClean="0"/>
              <a:t>14/07/2026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C20479-DFC4-9B42-3A23-97DD850E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20C5CA-11BA-1259-1A4C-ED52E28F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7212-64C7-4040-8A40-9EFDA260C9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416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E95B2CF-70A9-AB58-9B9D-704C05AF6714}"/>
              </a:ext>
            </a:extLst>
          </p:cNvPr>
          <p:cNvCxnSpPr/>
          <p:nvPr userDrawn="1"/>
        </p:nvCxnSpPr>
        <p:spPr>
          <a:xfrm>
            <a:off x="658026" y="4401084"/>
            <a:ext cx="107762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DAA259BC-C916-61B7-2316-62CE20F6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D791-F415-4378-816D-46BB19CD919B}" type="datetime1">
              <a:rPr lang="en-US" smtClean="0"/>
              <a:t>7/14/2026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EF0591A-FC29-7B55-9175-BA270DC7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2B312B4-26D4-366D-0A8B-2001F81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BEF258-C088-E163-B2A5-9439E95A32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397" y="3038883"/>
            <a:ext cx="2392621" cy="114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17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>
          <p15:clr>
            <a:srgbClr val="FBAE40"/>
          </p15:clr>
        </p15:guide>
        <p15:guide id="2" pos="423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2245F47-1BF5-4F40-E30A-4E8258392825}"/>
              </a:ext>
            </a:extLst>
          </p:cNvPr>
          <p:cNvCxnSpPr>
            <a:cxnSpLocks/>
          </p:cNvCxnSpPr>
          <p:nvPr userDrawn="1"/>
        </p:nvCxnSpPr>
        <p:spPr>
          <a:xfrm>
            <a:off x="1505367" y="745868"/>
            <a:ext cx="1003145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2019" y="3266332"/>
            <a:ext cx="8292114" cy="15014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176"/>
            </a:lvl1pPr>
            <a:lvl2pPr marL="414589" indent="0" algn="ctr">
              <a:buNone/>
              <a:defRPr sz="1814"/>
            </a:lvl2pPr>
            <a:lvl3pPr marL="829178" indent="0" algn="ctr">
              <a:buNone/>
              <a:defRPr sz="1632"/>
            </a:lvl3pPr>
            <a:lvl4pPr marL="1243767" indent="0" algn="ctr">
              <a:buNone/>
              <a:defRPr sz="1451"/>
            </a:lvl4pPr>
            <a:lvl5pPr marL="1658356" indent="0" algn="ctr">
              <a:buNone/>
              <a:defRPr sz="1451"/>
            </a:lvl5pPr>
            <a:lvl6pPr marL="2072945" indent="0" algn="ctr">
              <a:buNone/>
              <a:defRPr sz="1451"/>
            </a:lvl6pPr>
            <a:lvl7pPr marL="2487534" indent="0" algn="ctr">
              <a:buNone/>
              <a:defRPr sz="1451"/>
            </a:lvl7pPr>
            <a:lvl8pPr marL="2902123" indent="0" algn="ctr">
              <a:buNone/>
              <a:defRPr sz="1451"/>
            </a:lvl8pPr>
            <a:lvl9pPr marL="3316712" indent="0" algn="ctr">
              <a:buNone/>
              <a:defRPr sz="1451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A0A70B-A1A7-3A2A-C494-7C8AE51CDA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031" y="309972"/>
            <a:ext cx="1060988" cy="45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16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k object 16"/>
          <p:cNvGrpSpPr/>
          <p:nvPr/>
        </p:nvGrpSpPr>
        <p:grpSpPr>
          <a:xfrm>
            <a:off x="521266" y="3092299"/>
            <a:ext cx="845709" cy="627099"/>
            <a:chOff x="0" y="0"/>
            <a:chExt cx="741756" cy="690969"/>
          </a:xfrm>
        </p:grpSpPr>
        <p:sp>
          <p:nvSpPr>
            <p:cNvPr id="63" name="Shape"/>
            <p:cNvSpPr/>
            <p:nvPr/>
          </p:nvSpPr>
          <p:spPr>
            <a:xfrm>
              <a:off x="0" y="0"/>
              <a:ext cx="468991" cy="690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55" y="0"/>
                  </a:moveTo>
                  <a:lnTo>
                    <a:pt x="52" y="0"/>
                  </a:lnTo>
                  <a:lnTo>
                    <a:pt x="0" y="119"/>
                  </a:lnTo>
                  <a:lnTo>
                    <a:pt x="0" y="330"/>
                  </a:lnTo>
                  <a:lnTo>
                    <a:pt x="126" y="434"/>
                  </a:lnTo>
                  <a:lnTo>
                    <a:pt x="3086" y="434"/>
                  </a:lnTo>
                  <a:lnTo>
                    <a:pt x="3780" y="522"/>
                  </a:lnTo>
                  <a:lnTo>
                    <a:pt x="4227" y="752"/>
                  </a:lnTo>
                  <a:lnTo>
                    <a:pt x="4466" y="1068"/>
                  </a:lnTo>
                  <a:lnTo>
                    <a:pt x="4537" y="1418"/>
                  </a:lnTo>
                  <a:lnTo>
                    <a:pt x="4537" y="20200"/>
                  </a:lnTo>
                  <a:lnTo>
                    <a:pt x="4436" y="20624"/>
                  </a:lnTo>
                  <a:lnTo>
                    <a:pt x="4151" y="20930"/>
                  </a:lnTo>
                  <a:lnTo>
                    <a:pt x="3711" y="21116"/>
                  </a:lnTo>
                  <a:lnTo>
                    <a:pt x="3142" y="21178"/>
                  </a:lnTo>
                  <a:lnTo>
                    <a:pt x="168" y="21178"/>
                  </a:lnTo>
                  <a:lnTo>
                    <a:pt x="11" y="21273"/>
                  </a:lnTo>
                  <a:lnTo>
                    <a:pt x="11" y="21487"/>
                  </a:lnTo>
                  <a:lnTo>
                    <a:pt x="123" y="21600"/>
                  </a:lnTo>
                  <a:lnTo>
                    <a:pt x="14888" y="21600"/>
                  </a:lnTo>
                  <a:lnTo>
                    <a:pt x="17696" y="21512"/>
                  </a:lnTo>
                  <a:lnTo>
                    <a:pt x="20289" y="21257"/>
                  </a:lnTo>
                  <a:lnTo>
                    <a:pt x="20682" y="21189"/>
                  </a:lnTo>
                  <a:lnTo>
                    <a:pt x="10750" y="21189"/>
                  </a:lnTo>
                  <a:lnTo>
                    <a:pt x="10435" y="21159"/>
                  </a:lnTo>
                  <a:lnTo>
                    <a:pt x="10192" y="21059"/>
                  </a:lnTo>
                  <a:lnTo>
                    <a:pt x="10035" y="20870"/>
                  </a:lnTo>
                  <a:lnTo>
                    <a:pt x="9979" y="20578"/>
                  </a:lnTo>
                  <a:lnTo>
                    <a:pt x="9997" y="738"/>
                  </a:lnTo>
                  <a:lnTo>
                    <a:pt x="10048" y="410"/>
                  </a:lnTo>
                  <a:lnTo>
                    <a:pt x="21600" y="410"/>
                  </a:lnTo>
                  <a:lnTo>
                    <a:pt x="21306" y="357"/>
                  </a:lnTo>
                  <a:lnTo>
                    <a:pt x="18670" y="91"/>
                  </a:lnTo>
                  <a:lnTo>
                    <a:pt x="15755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64" name="Shape"/>
            <p:cNvSpPr/>
            <p:nvPr/>
          </p:nvSpPr>
          <p:spPr>
            <a:xfrm>
              <a:off x="322096" y="13106"/>
              <a:ext cx="419661" cy="664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1" y="0"/>
                  </a:moveTo>
                  <a:lnTo>
                    <a:pt x="1492" y="0"/>
                  </a:lnTo>
                  <a:lnTo>
                    <a:pt x="3952" y="127"/>
                  </a:lnTo>
                  <a:lnTo>
                    <a:pt x="6161" y="493"/>
                  </a:lnTo>
                  <a:lnTo>
                    <a:pt x="8121" y="1074"/>
                  </a:lnTo>
                  <a:lnTo>
                    <a:pt x="9836" y="1849"/>
                  </a:lnTo>
                  <a:lnTo>
                    <a:pt x="11311" y="2792"/>
                  </a:lnTo>
                  <a:lnTo>
                    <a:pt x="12548" y="3882"/>
                  </a:lnTo>
                  <a:lnTo>
                    <a:pt x="13552" y="5096"/>
                  </a:lnTo>
                  <a:lnTo>
                    <a:pt x="14326" y="6410"/>
                  </a:lnTo>
                  <a:lnTo>
                    <a:pt x="14875" y="7801"/>
                  </a:lnTo>
                  <a:lnTo>
                    <a:pt x="15201" y="9247"/>
                  </a:lnTo>
                  <a:lnTo>
                    <a:pt x="15309" y="10724"/>
                  </a:lnTo>
                  <a:lnTo>
                    <a:pt x="15206" y="12204"/>
                  </a:lnTo>
                  <a:lnTo>
                    <a:pt x="14887" y="13659"/>
                  </a:lnTo>
                  <a:lnTo>
                    <a:pt x="14338" y="15065"/>
                  </a:lnTo>
                  <a:lnTo>
                    <a:pt x="13546" y="16397"/>
                  </a:lnTo>
                  <a:lnTo>
                    <a:pt x="12496" y="17631"/>
                  </a:lnTo>
                  <a:lnTo>
                    <a:pt x="11174" y="18742"/>
                  </a:lnTo>
                  <a:lnTo>
                    <a:pt x="9567" y="19706"/>
                  </a:lnTo>
                  <a:lnTo>
                    <a:pt x="7659" y="20498"/>
                  </a:lnTo>
                  <a:lnTo>
                    <a:pt x="5439" y="21094"/>
                  </a:lnTo>
                  <a:lnTo>
                    <a:pt x="2890" y="21469"/>
                  </a:lnTo>
                  <a:lnTo>
                    <a:pt x="0" y="21600"/>
                  </a:lnTo>
                  <a:lnTo>
                    <a:pt x="6535" y="21600"/>
                  </a:lnTo>
                  <a:lnTo>
                    <a:pt x="8752" y="21244"/>
                  </a:lnTo>
                  <a:lnTo>
                    <a:pt x="11166" y="20668"/>
                  </a:lnTo>
                  <a:lnTo>
                    <a:pt x="13334" y="19955"/>
                  </a:lnTo>
                  <a:lnTo>
                    <a:pt x="15254" y="19119"/>
                  </a:lnTo>
                  <a:lnTo>
                    <a:pt x="16926" y="18172"/>
                  </a:lnTo>
                  <a:lnTo>
                    <a:pt x="18345" y="17126"/>
                  </a:lnTo>
                  <a:lnTo>
                    <a:pt x="19512" y="15995"/>
                  </a:lnTo>
                  <a:lnTo>
                    <a:pt x="20422" y="14791"/>
                  </a:lnTo>
                  <a:lnTo>
                    <a:pt x="21075" y="13525"/>
                  </a:lnTo>
                  <a:lnTo>
                    <a:pt x="21468" y="12212"/>
                  </a:lnTo>
                  <a:lnTo>
                    <a:pt x="21600" y="10864"/>
                  </a:lnTo>
                  <a:lnTo>
                    <a:pt x="21496" y="9533"/>
                  </a:lnTo>
                  <a:lnTo>
                    <a:pt x="21179" y="8228"/>
                  </a:lnTo>
                  <a:lnTo>
                    <a:pt x="20639" y="6962"/>
                  </a:lnTo>
                  <a:lnTo>
                    <a:pt x="19867" y="5749"/>
                  </a:lnTo>
                  <a:lnTo>
                    <a:pt x="18855" y="4604"/>
                  </a:lnTo>
                  <a:lnTo>
                    <a:pt x="17594" y="3540"/>
                  </a:lnTo>
                  <a:lnTo>
                    <a:pt x="16074" y="2573"/>
                  </a:lnTo>
                  <a:lnTo>
                    <a:pt x="14287" y="1716"/>
                  </a:lnTo>
                  <a:lnTo>
                    <a:pt x="12223" y="982"/>
                  </a:lnTo>
                  <a:lnTo>
                    <a:pt x="9875" y="387"/>
                  </a:lnTo>
                  <a:lnTo>
                    <a:pt x="756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</p:grpSp>
      <p:grpSp>
        <p:nvGrpSpPr>
          <p:cNvPr id="69" name="bk object 17"/>
          <p:cNvGrpSpPr/>
          <p:nvPr/>
        </p:nvGrpSpPr>
        <p:grpSpPr>
          <a:xfrm>
            <a:off x="1393656" y="3092248"/>
            <a:ext cx="344303" cy="626995"/>
            <a:chOff x="0" y="0"/>
            <a:chExt cx="301980" cy="690855"/>
          </a:xfrm>
        </p:grpSpPr>
        <p:sp>
          <p:nvSpPr>
            <p:cNvPr id="66" name="Shape"/>
            <p:cNvSpPr/>
            <p:nvPr/>
          </p:nvSpPr>
          <p:spPr>
            <a:xfrm>
              <a:off x="520" y="677825"/>
              <a:ext cx="301461" cy="13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22" y="0"/>
                  </a:moveTo>
                  <a:lnTo>
                    <a:pt x="87" y="0"/>
                  </a:lnTo>
                  <a:lnTo>
                    <a:pt x="28" y="8716"/>
                  </a:lnTo>
                  <a:lnTo>
                    <a:pt x="28" y="15853"/>
                  </a:lnTo>
                  <a:lnTo>
                    <a:pt x="0" y="21600"/>
                  </a:lnTo>
                  <a:lnTo>
                    <a:pt x="21175" y="21600"/>
                  </a:lnTo>
                  <a:lnTo>
                    <a:pt x="21600" y="20610"/>
                  </a:lnTo>
                  <a:lnTo>
                    <a:pt x="21600" y="6778"/>
                  </a:lnTo>
                  <a:lnTo>
                    <a:pt x="21522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67" name="Shape"/>
            <p:cNvSpPr/>
            <p:nvPr/>
          </p:nvSpPr>
          <p:spPr>
            <a:xfrm>
              <a:off x="66128" y="13093"/>
              <a:ext cx="173864" cy="664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1230" y="60"/>
                  </a:lnTo>
                  <a:lnTo>
                    <a:pt x="2292" y="256"/>
                  </a:lnTo>
                  <a:lnTo>
                    <a:pt x="3037" y="611"/>
                  </a:lnTo>
                  <a:lnTo>
                    <a:pt x="3318" y="1148"/>
                  </a:lnTo>
                  <a:lnTo>
                    <a:pt x="3318" y="20587"/>
                  </a:lnTo>
                  <a:lnTo>
                    <a:pt x="3103" y="20914"/>
                  </a:lnTo>
                  <a:lnTo>
                    <a:pt x="2475" y="21243"/>
                  </a:lnTo>
                  <a:lnTo>
                    <a:pt x="1460" y="21498"/>
                  </a:lnTo>
                  <a:lnTo>
                    <a:pt x="82" y="21600"/>
                  </a:lnTo>
                  <a:lnTo>
                    <a:pt x="21437" y="21600"/>
                  </a:lnTo>
                  <a:lnTo>
                    <a:pt x="20455" y="21563"/>
                  </a:lnTo>
                  <a:lnTo>
                    <a:pt x="19250" y="21423"/>
                  </a:lnTo>
                  <a:lnTo>
                    <a:pt x="18228" y="21139"/>
                  </a:lnTo>
                  <a:lnTo>
                    <a:pt x="17798" y="20668"/>
                  </a:lnTo>
                  <a:lnTo>
                    <a:pt x="17798" y="933"/>
                  </a:lnTo>
                  <a:lnTo>
                    <a:pt x="18044" y="551"/>
                  </a:lnTo>
                  <a:lnTo>
                    <a:pt x="18771" y="256"/>
                  </a:lnTo>
                  <a:lnTo>
                    <a:pt x="19962" y="67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68" name="Shape"/>
            <p:cNvSpPr/>
            <p:nvPr/>
          </p:nvSpPr>
          <p:spPr>
            <a:xfrm>
              <a:off x="0" y="0"/>
              <a:ext cx="300648" cy="13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07" y="0"/>
                  </a:moveTo>
                  <a:lnTo>
                    <a:pt x="328" y="0"/>
                  </a:lnTo>
                  <a:lnTo>
                    <a:pt x="0" y="3037"/>
                  </a:lnTo>
                  <a:lnTo>
                    <a:pt x="0" y="17578"/>
                  </a:lnTo>
                  <a:lnTo>
                    <a:pt x="179" y="21600"/>
                  </a:lnTo>
                  <a:lnTo>
                    <a:pt x="21433" y="21600"/>
                  </a:lnTo>
                  <a:lnTo>
                    <a:pt x="21599" y="17578"/>
                  </a:lnTo>
                  <a:lnTo>
                    <a:pt x="21600" y="5342"/>
                  </a:lnTo>
                  <a:lnTo>
                    <a:pt x="21407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</p:grpSp>
      <p:grpSp>
        <p:nvGrpSpPr>
          <p:cNvPr id="72" name="bk object 18"/>
          <p:cNvGrpSpPr/>
          <p:nvPr/>
        </p:nvGrpSpPr>
        <p:grpSpPr>
          <a:xfrm>
            <a:off x="1766174" y="3079350"/>
            <a:ext cx="847852" cy="653448"/>
            <a:chOff x="0" y="0"/>
            <a:chExt cx="743635" cy="720002"/>
          </a:xfrm>
        </p:grpSpPr>
        <p:sp>
          <p:nvSpPr>
            <p:cNvPr id="70" name="Shape"/>
            <p:cNvSpPr/>
            <p:nvPr/>
          </p:nvSpPr>
          <p:spPr>
            <a:xfrm>
              <a:off x="0" y="0"/>
              <a:ext cx="482094" cy="720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59" y="0"/>
                  </a:moveTo>
                  <a:lnTo>
                    <a:pt x="14359" y="84"/>
                  </a:lnTo>
                  <a:lnTo>
                    <a:pt x="12203" y="330"/>
                  </a:lnTo>
                  <a:lnTo>
                    <a:pt x="10199" y="727"/>
                  </a:lnTo>
                  <a:lnTo>
                    <a:pt x="8353" y="1265"/>
                  </a:lnTo>
                  <a:lnTo>
                    <a:pt x="6673" y="1935"/>
                  </a:lnTo>
                  <a:lnTo>
                    <a:pt x="5165" y="2726"/>
                  </a:lnTo>
                  <a:lnTo>
                    <a:pt x="3836" y="3627"/>
                  </a:lnTo>
                  <a:lnTo>
                    <a:pt x="2692" y="4630"/>
                  </a:lnTo>
                  <a:lnTo>
                    <a:pt x="1741" y="5723"/>
                  </a:lnTo>
                  <a:lnTo>
                    <a:pt x="990" y="6897"/>
                  </a:lnTo>
                  <a:lnTo>
                    <a:pt x="444" y="8141"/>
                  </a:lnTo>
                  <a:lnTo>
                    <a:pt x="112" y="9445"/>
                  </a:lnTo>
                  <a:lnTo>
                    <a:pt x="0" y="10800"/>
                  </a:lnTo>
                  <a:lnTo>
                    <a:pt x="117" y="12155"/>
                  </a:lnTo>
                  <a:lnTo>
                    <a:pt x="460" y="13459"/>
                  </a:lnTo>
                  <a:lnTo>
                    <a:pt x="1022" y="14704"/>
                  </a:lnTo>
                  <a:lnTo>
                    <a:pt x="1793" y="15877"/>
                  </a:lnTo>
                  <a:lnTo>
                    <a:pt x="2764" y="16970"/>
                  </a:lnTo>
                  <a:lnTo>
                    <a:pt x="3927" y="17973"/>
                  </a:lnTo>
                  <a:lnTo>
                    <a:pt x="5271" y="18874"/>
                  </a:lnTo>
                  <a:lnTo>
                    <a:pt x="6789" y="19665"/>
                  </a:lnTo>
                  <a:lnTo>
                    <a:pt x="8471" y="20335"/>
                  </a:lnTo>
                  <a:lnTo>
                    <a:pt x="10308" y="20873"/>
                  </a:lnTo>
                  <a:lnTo>
                    <a:pt x="12291" y="21270"/>
                  </a:lnTo>
                  <a:lnTo>
                    <a:pt x="14411" y="21516"/>
                  </a:lnTo>
                  <a:lnTo>
                    <a:pt x="16659" y="21600"/>
                  </a:lnTo>
                  <a:lnTo>
                    <a:pt x="18948" y="21516"/>
                  </a:lnTo>
                  <a:lnTo>
                    <a:pt x="21096" y="21270"/>
                  </a:lnTo>
                  <a:lnTo>
                    <a:pt x="21580" y="21174"/>
                  </a:lnTo>
                  <a:lnTo>
                    <a:pt x="16659" y="21174"/>
                  </a:lnTo>
                  <a:lnTo>
                    <a:pt x="14606" y="21038"/>
                  </a:lnTo>
                  <a:lnTo>
                    <a:pt x="12756" y="20645"/>
                  </a:lnTo>
                  <a:lnTo>
                    <a:pt x="11114" y="20016"/>
                  </a:lnTo>
                  <a:lnTo>
                    <a:pt x="9681" y="19173"/>
                  </a:lnTo>
                  <a:lnTo>
                    <a:pt x="8461" y="18136"/>
                  </a:lnTo>
                  <a:lnTo>
                    <a:pt x="7457" y="16927"/>
                  </a:lnTo>
                  <a:lnTo>
                    <a:pt x="6671" y="15568"/>
                  </a:lnTo>
                  <a:lnTo>
                    <a:pt x="6106" y="14079"/>
                  </a:lnTo>
                  <a:lnTo>
                    <a:pt x="5765" y="12483"/>
                  </a:lnTo>
                  <a:lnTo>
                    <a:pt x="5651" y="10800"/>
                  </a:lnTo>
                  <a:lnTo>
                    <a:pt x="5765" y="9117"/>
                  </a:lnTo>
                  <a:lnTo>
                    <a:pt x="6106" y="7521"/>
                  </a:lnTo>
                  <a:lnTo>
                    <a:pt x="6671" y="6033"/>
                  </a:lnTo>
                  <a:lnTo>
                    <a:pt x="7457" y="4673"/>
                  </a:lnTo>
                  <a:lnTo>
                    <a:pt x="8461" y="3465"/>
                  </a:lnTo>
                  <a:lnTo>
                    <a:pt x="9681" y="2428"/>
                  </a:lnTo>
                  <a:lnTo>
                    <a:pt x="11114" y="1584"/>
                  </a:lnTo>
                  <a:lnTo>
                    <a:pt x="12756" y="955"/>
                  </a:lnTo>
                  <a:lnTo>
                    <a:pt x="14606" y="562"/>
                  </a:lnTo>
                  <a:lnTo>
                    <a:pt x="16659" y="426"/>
                  </a:lnTo>
                  <a:lnTo>
                    <a:pt x="21600" y="426"/>
                  </a:lnTo>
                  <a:lnTo>
                    <a:pt x="21115" y="330"/>
                  </a:lnTo>
                  <a:lnTo>
                    <a:pt x="18959" y="84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71" name="Shape"/>
            <p:cNvSpPr/>
            <p:nvPr/>
          </p:nvSpPr>
          <p:spPr>
            <a:xfrm>
              <a:off x="371817" y="14198"/>
              <a:ext cx="371819" cy="691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06" y="0"/>
                  </a:moveTo>
                  <a:lnTo>
                    <a:pt x="0" y="0"/>
                  </a:lnTo>
                  <a:lnTo>
                    <a:pt x="2616" y="141"/>
                  </a:lnTo>
                  <a:lnTo>
                    <a:pt x="4987" y="551"/>
                  </a:lnTo>
                  <a:lnTo>
                    <a:pt x="7105" y="1206"/>
                  </a:lnTo>
                  <a:lnTo>
                    <a:pt x="8964" y="2084"/>
                  </a:lnTo>
                  <a:lnTo>
                    <a:pt x="10556" y="3163"/>
                  </a:lnTo>
                  <a:lnTo>
                    <a:pt x="11875" y="4422"/>
                  </a:lnTo>
                  <a:lnTo>
                    <a:pt x="12913" y="5837"/>
                  </a:lnTo>
                  <a:lnTo>
                    <a:pt x="13664" y="7387"/>
                  </a:lnTo>
                  <a:lnTo>
                    <a:pt x="14119" y="9048"/>
                  </a:lnTo>
                  <a:lnTo>
                    <a:pt x="14272" y="10800"/>
                  </a:lnTo>
                  <a:lnTo>
                    <a:pt x="14131" y="12552"/>
                  </a:lnTo>
                  <a:lnTo>
                    <a:pt x="13708" y="14214"/>
                  </a:lnTo>
                  <a:lnTo>
                    <a:pt x="13000" y="15763"/>
                  </a:lnTo>
                  <a:lnTo>
                    <a:pt x="12007" y="17178"/>
                  </a:lnTo>
                  <a:lnTo>
                    <a:pt x="10728" y="18437"/>
                  </a:lnTo>
                  <a:lnTo>
                    <a:pt x="9162" y="19516"/>
                  </a:lnTo>
                  <a:lnTo>
                    <a:pt x="7307" y="20395"/>
                  </a:lnTo>
                  <a:lnTo>
                    <a:pt x="5163" y="21049"/>
                  </a:lnTo>
                  <a:lnTo>
                    <a:pt x="2727" y="21459"/>
                  </a:lnTo>
                  <a:lnTo>
                    <a:pt x="0" y="21600"/>
                  </a:lnTo>
                  <a:lnTo>
                    <a:pt x="6380" y="21600"/>
                  </a:lnTo>
                  <a:lnTo>
                    <a:pt x="10735" y="20726"/>
                  </a:lnTo>
                  <a:lnTo>
                    <a:pt x="12914" y="20029"/>
                  </a:lnTo>
                  <a:lnTo>
                    <a:pt x="14873" y="19206"/>
                  </a:lnTo>
                  <a:lnTo>
                    <a:pt x="16601" y="18267"/>
                  </a:lnTo>
                  <a:lnTo>
                    <a:pt x="18089" y="17224"/>
                  </a:lnTo>
                  <a:lnTo>
                    <a:pt x="19327" y="16086"/>
                  </a:lnTo>
                  <a:lnTo>
                    <a:pt x="20307" y="14864"/>
                  </a:lnTo>
                  <a:lnTo>
                    <a:pt x="21019" y="13569"/>
                  </a:lnTo>
                  <a:lnTo>
                    <a:pt x="21453" y="12211"/>
                  </a:lnTo>
                  <a:lnTo>
                    <a:pt x="21600" y="10800"/>
                  </a:lnTo>
                  <a:lnTo>
                    <a:pt x="21454" y="9390"/>
                  </a:lnTo>
                  <a:lnTo>
                    <a:pt x="21024" y="8032"/>
                  </a:lnTo>
                  <a:lnTo>
                    <a:pt x="20317" y="6737"/>
                  </a:lnTo>
                  <a:lnTo>
                    <a:pt x="19342" y="5515"/>
                  </a:lnTo>
                  <a:lnTo>
                    <a:pt x="18109" y="4377"/>
                  </a:lnTo>
                  <a:lnTo>
                    <a:pt x="16627" y="3333"/>
                  </a:lnTo>
                  <a:lnTo>
                    <a:pt x="14903" y="2394"/>
                  </a:lnTo>
                  <a:lnTo>
                    <a:pt x="12948" y="1571"/>
                  </a:lnTo>
                  <a:lnTo>
                    <a:pt x="10769" y="874"/>
                  </a:lnTo>
                  <a:lnTo>
                    <a:pt x="8376" y="313"/>
                  </a:lnTo>
                  <a:lnTo>
                    <a:pt x="640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</p:grpSp>
      <p:grpSp>
        <p:nvGrpSpPr>
          <p:cNvPr id="77" name="bk object 19"/>
          <p:cNvGrpSpPr/>
          <p:nvPr/>
        </p:nvGrpSpPr>
        <p:grpSpPr>
          <a:xfrm>
            <a:off x="2636760" y="3092248"/>
            <a:ext cx="819799" cy="639592"/>
            <a:chOff x="0" y="0"/>
            <a:chExt cx="719030" cy="704735"/>
          </a:xfrm>
        </p:grpSpPr>
        <p:sp>
          <p:nvSpPr>
            <p:cNvPr id="73" name="Shape"/>
            <p:cNvSpPr/>
            <p:nvPr/>
          </p:nvSpPr>
          <p:spPr>
            <a:xfrm>
              <a:off x="245286" y="366420"/>
              <a:ext cx="473745" cy="338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96" y="0"/>
                  </a:moveTo>
                  <a:lnTo>
                    <a:pt x="0" y="0"/>
                  </a:lnTo>
                  <a:lnTo>
                    <a:pt x="2236" y="448"/>
                  </a:lnTo>
                  <a:lnTo>
                    <a:pt x="3996" y="1678"/>
                  </a:lnTo>
                  <a:lnTo>
                    <a:pt x="5388" y="3521"/>
                  </a:lnTo>
                  <a:lnTo>
                    <a:pt x="6516" y="5807"/>
                  </a:lnTo>
                  <a:lnTo>
                    <a:pt x="7486" y="8366"/>
                  </a:lnTo>
                  <a:lnTo>
                    <a:pt x="8406" y="11027"/>
                  </a:lnTo>
                  <a:lnTo>
                    <a:pt x="9379" y="13622"/>
                  </a:lnTo>
                  <a:lnTo>
                    <a:pt x="10513" y="15981"/>
                  </a:lnTo>
                  <a:lnTo>
                    <a:pt x="12776" y="18963"/>
                  </a:lnTo>
                  <a:lnTo>
                    <a:pt x="15132" y="20661"/>
                  </a:lnTo>
                  <a:lnTo>
                    <a:pt x="17347" y="21424"/>
                  </a:lnTo>
                  <a:lnTo>
                    <a:pt x="19190" y="21600"/>
                  </a:lnTo>
                  <a:lnTo>
                    <a:pt x="19817" y="21590"/>
                  </a:lnTo>
                  <a:lnTo>
                    <a:pt x="21600" y="20810"/>
                  </a:lnTo>
                  <a:lnTo>
                    <a:pt x="21481" y="20524"/>
                  </a:lnTo>
                  <a:lnTo>
                    <a:pt x="19231" y="19980"/>
                  </a:lnTo>
                  <a:lnTo>
                    <a:pt x="17596" y="18269"/>
                  </a:lnTo>
                  <a:lnTo>
                    <a:pt x="16174" y="15722"/>
                  </a:lnTo>
                  <a:lnTo>
                    <a:pt x="14919" y="12753"/>
                  </a:lnTo>
                  <a:lnTo>
                    <a:pt x="13786" y="9778"/>
                  </a:lnTo>
                  <a:lnTo>
                    <a:pt x="12727" y="7211"/>
                  </a:lnTo>
                  <a:lnTo>
                    <a:pt x="11278" y="4772"/>
                  </a:lnTo>
                  <a:lnTo>
                    <a:pt x="9341" y="2567"/>
                  </a:lnTo>
                  <a:lnTo>
                    <a:pt x="7082" y="859"/>
                  </a:lnTo>
                  <a:lnTo>
                    <a:pt x="489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74" name="Shape"/>
            <p:cNvSpPr/>
            <p:nvPr/>
          </p:nvSpPr>
          <p:spPr>
            <a:xfrm>
              <a:off x="888" y="677823"/>
              <a:ext cx="311582" cy="130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15" y="0"/>
                  </a:moveTo>
                  <a:lnTo>
                    <a:pt x="160" y="0"/>
                  </a:lnTo>
                  <a:lnTo>
                    <a:pt x="0" y="7192"/>
                  </a:lnTo>
                  <a:lnTo>
                    <a:pt x="3" y="14512"/>
                  </a:lnTo>
                  <a:lnTo>
                    <a:pt x="129" y="21600"/>
                  </a:lnTo>
                  <a:lnTo>
                    <a:pt x="21361" y="21600"/>
                  </a:lnTo>
                  <a:lnTo>
                    <a:pt x="21600" y="18003"/>
                  </a:lnTo>
                  <a:lnTo>
                    <a:pt x="21600" y="4228"/>
                  </a:lnTo>
                  <a:lnTo>
                    <a:pt x="21415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75" name="Shape"/>
            <p:cNvSpPr/>
            <p:nvPr/>
          </p:nvSpPr>
          <p:spPr>
            <a:xfrm>
              <a:off x="71385" y="13093"/>
              <a:ext cx="365674" cy="6647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70" y="0"/>
                  </a:moveTo>
                  <a:lnTo>
                    <a:pt x="0" y="0"/>
                  </a:lnTo>
                  <a:lnTo>
                    <a:pt x="585" y="60"/>
                  </a:lnTo>
                  <a:lnTo>
                    <a:pt x="1090" y="256"/>
                  </a:lnTo>
                  <a:lnTo>
                    <a:pt x="1444" y="611"/>
                  </a:lnTo>
                  <a:lnTo>
                    <a:pt x="1578" y="1148"/>
                  </a:lnTo>
                  <a:lnTo>
                    <a:pt x="1578" y="20587"/>
                  </a:lnTo>
                  <a:lnTo>
                    <a:pt x="1475" y="20914"/>
                  </a:lnTo>
                  <a:lnTo>
                    <a:pt x="1177" y="21243"/>
                  </a:lnTo>
                  <a:lnTo>
                    <a:pt x="694" y="21498"/>
                  </a:lnTo>
                  <a:lnTo>
                    <a:pt x="38" y="21600"/>
                  </a:lnTo>
                  <a:lnTo>
                    <a:pt x="10192" y="21600"/>
                  </a:lnTo>
                  <a:lnTo>
                    <a:pt x="9725" y="21563"/>
                  </a:lnTo>
                  <a:lnTo>
                    <a:pt x="9152" y="21423"/>
                  </a:lnTo>
                  <a:lnTo>
                    <a:pt x="8666" y="21139"/>
                  </a:lnTo>
                  <a:lnTo>
                    <a:pt x="8461" y="20668"/>
                  </a:lnTo>
                  <a:lnTo>
                    <a:pt x="8461" y="11481"/>
                  </a:lnTo>
                  <a:lnTo>
                    <a:pt x="16615" y="11481"/>
                  </a:lnTo>
                  <a:lnTo>
                    <a:pt x="16321" y="11436"/>
                  </a:lnTo>
                  <a:lnTo>
                    <a:pt x="18925" y="11303"/>
                  </a:lnTo>
                  <a:lnTo>
                    <a:pt x="21508" y="11053"/>
                  </a:lnTo>
                  <a:lnTo>
                    <a:pt x="21600" y="11038"/>
                  </a:lnTo>
                  <a:lnTo>
                    <a:pt x="8461" y="11038"/>
                  </a:lnTo>
                  <a:lnTo>
                    <a:pt x="8461" y="933"/>
                  </a:lnTo>
                  <a:lnTo>
                    <a:pt x="8578" y="551"/>
                  </a:lnTo>
                  <a:lnTo>
                    <a:pt x="8924" y="256"/>
                  </a:lnTo>
                  <a:lnTo>
                    <a:pt x="9490" y="67"/>
                  </a:lnTo>
                  <a:lnTo>
                    <a:pt x="1027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  <p:sp>
          <p:nvSpPr>
            <p:cNvPr id="76" name="Shape"/>
            <p:cNvSpPr/>
            <p:nvPr/>
          </p:nvSpPr>
          <p:spPr>
            <a:xfrm>
              <a:off x="0" y="0"/>
              <a:ext cx="595249" cy="352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06" y="0"/>
                  </a:moveTo>
                  <a:lnTo>
                    <a:pt x="126" y="0"/>
                  </a:lnTo>
                  <a:lnTo>
                    <a:pt x="0" y="113"/>
                  </a:lnTo>
                  <a:lnTo>
                    <a:pt x="0" y="652"/>
                  </a:lnTo>
                  <a:lnTo>
                    <a:pt x="123" y="802"/>
                  </a:lnTo>
                  <a:lnTo>
                    <a:pt x="10460" y="802"/>
                  </a:lnTo>
                  <a:lnTo>
                    <a:pt x="11692" y="925"/>
                  </a:lnTo>
                  <a:lnTo>
                    <a:pt x="14349" y="2171"/>
                  </a:lnTo>
                  <a:lnTo>
                    <a:pt x="15564" y="3469"/>
                  </a:lnTo>
                  <a:lnTo>
                    <a:pt x="16563" y="5334"/>
                  </a:lnTo>
                  <a:lnTo>
                    <a:pt x="17240" y="7854"/>
                  </a:lnTo>
                  <a:lnTo>
                    <a:pt x="17489" y="11116"/>
                  </a:lnTo>
                  <a:lnTo>
                    <a:pt x="17264" y="14162"/>
                  </a:lnTo>
                  <a:lnTo>
                    <a:pt x="16640" y="16618"/>
                  </a:lnTo>
                  <a:lnTo>
                    <a:pt x="15689" y="18529"/>
                  </a:lnTo>
                  <a:lnTo>
                    <a:pt x="14483" y="19939"/>
                  </a:lnTo>
                  <a:lnTo>
                    <a:pt x="13095" y="20891"/>
                  </a:lnTo>
                  <a:lnTo>
                    <a:pt x="11599" y="21430"/>
                  </a:lnTo>
                  <a:lnTo>
                    <a:pt x="10067" y="21600"/>
                  </a:lnTo>
                  <a:lnTo>
                    <a:pt x="15860" y="21600"/>
                  </a:lnTo>
                  <a:lnTo>
                    <a:pt x="17316" y="20887"/>
                  </a:lnTo>
                  <a:lnTo>
                    <a:pt x="18693" y="19831"/>
                  </a:lnTo>
                  <a:lnTo>
                    <a:pt x="19872" y="18415"/>
                  </a:lnTo>
                  <a:lnTo>
                    <a:pt x="20791" y="16593"/>
                  </a:lnTo>
                  <a:lnTo>
                    <a:pt x="21387" y="14318"/>
                  </a:lnTo>
                  <a:lnTo>
                    <a:pt x="21600" y="11545"/>
                  </a:lnTo>
                  <a:lnTo>
                    <a:pt x="21506" y="9418"/>
                  </a:lnTo>
                  <a:lnTo>
                    <a:pt x="20654" y="5630"/>
                  </a:lnTo>
                  <a:lnTo>
                    <a:pt x="18696" y="2650"/>
                  </a:lnTo>
                  <a:lnTo>
                    <a:pt x="17220" y="1532"/>
                  </a:lnTo>
                  <a:lnTo>
                    <a:pt x="15369" y="699"/>
                  </a:lnTo>
                  <a:lnTo>
                    <a:pt x="13108" y="179"/>
                  </a:lnTo>
                  <a:lnTo>
                    <a:pt x="1040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34" dirty="0">
                <a:latin typeface="Calibre" panose="020B0503030202060203" pitchFamily="34" charset="0"/>
              </a:endParaRPr>
            </a:p>
          </p:txBody>
        </p:sp>
      </p:grpSp>
      <p:sp>
        <p:nvSpPr>
          <p:cNvPr id="78" name="bk object 20"/>
          <p:cNvSpPr/>
          <p:nvPr/>
        </p:nvSpPr>
        <p:spPr>
          <a:xfrm>
            <a:off x="521273" y="4145730"/>
            <a:ext cx="11147863" cy="1"/>
          </a:xfrm>
          <a:prstGeom prst="line">
            <a:avLst/>
          </a:prstGeom>
          <a:ln w="6350">
            <a:solidFill>
              <a:srgbClr val="CD1619"/>
            </a:solidFill>
          </a:ln>
        </p:spPr>
        <p:txBody>
          <a:bodyPr lIns="41493" rIns="41493"/>
          <a:lstStyle/>
          <a:p>
            <a:endParaRPr sz="1634" dirty="0">
              <a:latin typeface="Calibre" panose="020B0503030202060203" pitchFamily="34" charset="0"/>
            </a:endParaRPr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9737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71" b="0" i="0">
                <a:solidFill>
                  <a:schemeClr val="tx1"/>
                </a:solidFill>
                <a:latin typeface="Calibre" panose="020B0503030202060203" pitchFamily="34" charset="0"/>
                <a:cs typeface="Calibre" panose="020B0503030202060203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1271698" y="6383299"/>
            <a:ext cx="310703" cy="251394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8262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4435" y="239716"/>
            <a:ext cx="11523133" cy="19536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5118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5118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271700" y="6377940"/>
            <a:ext cx="310700" cy="25139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3999C-F232-468E-8187-0D8AF0A0DCE2}" type="slidenum">
              <a:rPr lang="fr-FR" altLang="en-US"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71124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CCC732-64F3-5772-EAD5-5F1FAB9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C5D1AA-EB85-F6D2-9BBB-D6C237E54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9C18AE-5FB8-A3F5-BC0A-E11C3E6B3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e" panose="020B0503030202060203" pitchFamily="34" charset="0"/>
              </a:defRPr>
            </a:lvl1pPr>
          </a:lstStyle>
          <a:p>
            <a:fld id="{F20E33B2-2851-427C-BF6B-923E573C2E83}" type="datetimeFigureOut">
              <a:rPr lang="fr-FR" smtClean="0"/>
              <a:pPr/>
              <a:t>14/07/2026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127AB-BE97-4296-2510-CFA090B35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e" panose="020B0503030202060203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4CF6E9-B6D0-0E6B-A335-F69972CA0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e" panose="020B0503030202060203" pitchFamily="34" charset="0"/>
              </a:defRPr>
            </a:lvl1pPr>
          </a:lstStyle>
          <a:p>
            <a:fld id="{3FD07212-64C7-4040-8A40-9EFDA260C9A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071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4" r:id="rId14"/>
    <p:sldLayoutId id="2147483665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e" panose="020B050303020206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e" panose="020B050303020206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e" panose="020B050303020206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e" panose="020B050303020206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e" panose="020B050303020206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6.jpg"/><Relationship Id="rId4" Type="http://schemas.openxmlformats.org/officeDocument/2006/relationships/image" Target="../media/image4.png"/><Relationship Id="rId9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1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g"/><Relationship Id="rId5" Type="http://schemas.openxmlformats.org/officeDocument/2006/relationships/image" Target="../media/image6.png"/><Relationship Id="rId10" Type="http://schemas.openxmlformats.org/officeDocument/2006/relationships/image" Target="../media/image22.jpg"/><Relationship Id="rId4" Type="http://schemas.openxmlformats.org/officeDocument/2006/relationships/image" Target="../media/image4.png"/><Relationship Id="rId9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4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openxmlformats.org/officeDocument/2006/relationships/image" Target="../media/image52.jpg"/><Relationship Id="rId18" Type="http://schemas.openxmlformats.org/officeDocument/2006/relationships/image" Target="../media/image54.jpg"/><Relationship Id="rId3" Type="http://schemas.openxmlformats.org/officeDocument/2006/relationships/image" Target="../media/image42.jpg"/><Relationship Id="rId7" Type="http://schemas.openxmlformats.org/officeDocument/2006/relationships/image" Target="../media/image46.jpg"/><Relationship Id="rId12" Type="http://schemas.openxmlformats.org/officeDocument/2006/relationships/image" Target="../media/image51.jpg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jpg"/><Relationship Id="rId11" Type="http://schemas.openxmlformats.org/officeDocument/2006/relationships/image" Target="../media/image50.jpg"/><Relationship Id="rId5" Type="http://schemas.openxmlformats.org/officeDocument/2006/relationships/image" Target="../media/image44.jpg"/><Relationship Id="rId15" Type="http://schemas.openxmlformats.org/officeDocument/2006/relationships/image" Target="../media/image11.png"/><Relationship Id="rId10" Type="http://schemas.openxmlformats.org/officeDocument/2006/relationships/image" Target="../media/image49.jpg"/><Relationship Id="rId19" Type="http://schemas.openxmlformats.org/officeDocument/2006/relationships/image" Target="../media/image55.jpg"/><Relationship Id="rId4" Type="http://schemas.openxmlformats.org/officeDocument/2006/relationships/image" Target="../media/image43.jpg"/><Relationship Id="rId9" Type="http://schemas.openxmlformats.org/officeDocument/2006/relationships/image" Target="../media/image48.jpg"/><Relationship Id="rId14" Type="http://schemas.openxmlformats.org/officeDocument/2006/relationships/image" Target="../media/image5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59.jpg"/><Relationship Id="rId5" Type="http://schemas.openxmlformats.org/officeDocument/2006/relationships/image" Target="../media/image5.png"/><Relationship Id="rId10" Type="http://schemas.openxmlformats.org/officeDocument/2006/relationships/image" Target="../media/image58.jpg"/><Relationship Id="rId4" Type="http://schemas.openxmlformats.org/officeDocument/2006/relationships/image" Target="../media/image4.png"/><Relationship Id="rId9" Type="http://schemas.openxmlformats.org/officeDocument/2006/relationships/image" Target="../media/image5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0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BF30BD-D9C2-3961-CDEA-E05B87414898}"/>
              </a:ext>
            </a:extLst>
          </p:cNvPr>
          <p:cNvSpPr txBox="1"/>
          <p:nvPr/>
        </p:nvSpPr>
        <p:spPr>
          <a:xfrm>
            <a:off x="0" y="4401234"/>
            <a:ext cx="11495485" cy="511078"/>
          </a:xfrm>
          <a:prstGeom prst="rect">
            <a:avLst/>
          </a:prstGeom>
        </p:spPr>
        <p:txBody>
          <a:bodyPr vert="horz" wrap="square" lIns="0" tIns="170855" rIns="0" bIns="0" rtlCol="0" anchor="t">
            <a:spAutoFit/>
          </a:bodyPr>
          <a:lstStyle/>
          <a:p>
            <a:pPr marL="1149350" algn="r">
              <a:lnSpc>
                <a:spcPct val="100000"/>
              </a:lnSpc>
              <a:spcBef>
                <a:spcPts val="1180"/>
              </a:spcBef>
            </a:pPr>
            <a:r>
              <a:rPr lang="en-US" altLang="zh-CN" sz="2200" b="1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</p:spTree>
    <p:extLst>
      <p:ext uri="{BB962C8B-B14F-4D97-AF65-F5344CB8AC3E}">
        <p14:creationId xmlns:p14="http://schemas.microsoft.com/office/powerpoint/2010/main" val="317838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F7D0-AA85-3824-CD0A-A2684A59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8859F679-B6E8-CC95-0D0B-7DFF0AC6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4909" y="6347848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CBB056E8-72CC-D8C3-83F4-1FCE01C9529C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 ANALYSIS</a:t>
            </a:r>
          </a:p>
        </p:txBody>
      </p:sp>
      <p:sp>
        <p:nvSpPr>
          <p:cNvPr id="14" name="SUMMARY…">
            <a:extLst>
              <a:ext uri="{FF2B5EF4-FFF2-40B4-BE49-F238E27FC236}">
                <a16:creationId xmlns:a16="http://schemas.microsoft.com/office/drawing/2014/main" id="{D93714C1-195C-F59B-C0C1-AC8523D803DA}"/>
              </a:ext>
            </a:extLst>
          </p:cNvPr>
          <p:cNvSpPr txBox="1"/>
          <p:nvPr/>
        </p:nvSpPr>
        <p:spPr>
          <a:xfrm>
            <a:off x="458159" y="5916961"/>
            <a:ext cx="9826578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altLang="zh-CN" sz="1100" b="1" dirty="0">
                <a:latin typeface="Calibre" panose="020B0503030202060203" pitchFamily="34" charset="0"/>
              </a:rPr>
              <a:t>STRENGTHS: </a:t>
            </a:r>
            <a:endParaRPr lang="en-US" altLang="zh-CN" sz="1100" dirty="0">
              <a:latin typeface="Calibre" panose="020B0503030202060203" pitchFamily="34" charset="0"/>
            </a:endParaRPr>
          </a:p>
          <a:p>
            <a:endParaRPr lang="en-US" altLang="zh-CN" sz="1100" b="1" dirty="0">
              <a:latin typeface="Calibre" panose="020B0503030202060203" pitchFamily="34" charset="0"/>
            </a:endParaRPr>
          </a:p>
          <a:p>
            <a:r>
              <a:rPr lang="en-US" altLang="zh-CN" sz="1100" b="1" dirty="0">
                <a:latin typeface="Calibre" panose="020B0503030202060203" pitchFamily="34" charset="0"/>
              </a:rPr>
              <a:t>WEAKNESSES:  </a:t>
            </a:r>
            <a:endParaRPr lang="en-US" altLang="zh-CN" sz="1100" dirty="0">
              <a:latin typeface="Calibre" panose="020B0503030202060203" pitchFamily="34" charset="0"/>
            </a:endParaRPr>
          </a:p>
        </p:txBody>
      </p:sp>
      <p:sp>
        <p:nvSpPr>
          <p:cNvPr id="23" name="SUMMARY…">
            <a:extLst>
              <a:ext uri="{FF2B5EF4-FFF2-40B4-BE49-F238E27FC236}">
                <a16:creationId xmlns:a16="http://schemas.microsoft.com/office/drawing/2014/main" id="{76560888-1162-FEA2-8567-46381BD99D3C}"/>
              </a:ext>
            </a:extLst>
          </p:cNvPr>
          <p:cNvSpPr txBox="1"/>
          <p:nvPr/>
        </p:nvSpPr>
        <p:spPr>
          <a:xfrm>
            <a:off x="2870106" y="1064819"/>
            <a:ext cx="66268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 defTabSz="355600">
              <a:buSzPct val="100000"/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CN" sz="1600" b="1" dirty="0">
                <a:latin typeface="Calibre" panose="020B0503030202060203" pitchFamily="34" charset="0"/>
                <a:sym typeface="Helvetica Neue"/>
              </a:rPr>
              <a:t>CAMPAIGN AND SOCIAL CONTENT WITH CELEB</a:t>
            </a:r>
          </a:p>
        </p:txBody>
      </p:sp>
      <p:sp>
        <p:nvSpPr>
          <p:cNvPr id="49" name="SUMMARY…">
            <a:extLst>
              <a:ext uri="{FF2B5EF4-FFF2-40B4-BE49-F238E27FC236}">
                <a16:creationId xmlns:a16="http://schemas.microsoft.com/office/drawing/2014/main" id="{93182A16-F1ED-CC82-4CFB-EB521835E9F3}"/>
              </a:ext>
            </a:extLst>
          </p:cNvPr>
          <p:cNvSpPr txBox="1"/>
          <p:nvPr/>
        </p:nvSpPr>
        <p:spPr>
          <a:xfrm>
            <a:off x="8970285" y="1548547"/>
            <a:ext cx="2192489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 defTabSz="355600">
              <a:buSzPct val="100000"/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CN" sz="1200" b="1" dirty="0">
                <a:latin typeface="Calibre" panose="020B0503030202060203" pitchFamily="34" charset="0"/>
                <a:sym typeface="Helvetica Neue"/>
              </a:rPr>
              <a:t>EVENT &amp; EXHIBITION</a:t>
            </a:r>
          </a:p>
        </p:txBody>
      </p:sp>
      <p:sp>
        <p:nvSpPr>
          <p:cNvPr id="50" name="SUMMARY…">
            <a:extLst>
              <a:ext uri="{FF2B5EF4-FFF2-40B4-BE49-F238E27FC236}">
                <a16:creationId xmlns:a16="http://schemas.microsoft.com/office/drawing/2014/main" id="{C5E41208-B692-CCEA-D97A-35EA24EF33B6}"/>
              </a:ext>
            </a:extLst>
          </p:cNvPr>
          <p:cNvSpPr txBox="1"/>
          <p:nvPr/>
        </p:nvSpPr>
        <p:spPr>
          <a:xfrm>
            <a:off x="1206454" y="1553142"/>
            <a:ext cx="213385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 defTabSz="355600">
              <a:buSzPct val="100000"/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CN" sz="1200" b="1" dirty="0">
                <a:latin typeface="Calibre" panose="020B0503030202060203" pitchFamily="34" charset="0"/>
                <a:sym typeface="Helvetica Neue"/>
              </a:rPr>
              <a:t>CAMPAIGN</a:t>
            </a:r>
          </a:p>
        </p:txBody>
      </p:sp>
      <p:sp>
        <p:nvSpPr>
          <p:cNvPr id="101" name="SUMMARY…">
            <a:extLst>
              <a:ext uri="{FF2B5EF4-FFF2-40B4-BE49-F238E27FC236}">
                <a16:creationId xmlns:a16="http://schemas.microsoft.com/office/drawing/2014/main" id="{EB9E236B-43EC-3100-4F39-124837D7180F}"/>
              </a:ext>
            </a:extLst>
          </p:cNvPr>
          <p:cNvSpPr txBox="1"/>
          <p:nvPr/>
        </p:nvSpPr>
        <p:spPr>
          <a:xfrm>
            <a:off x="5134929" y="1562711"/>
            <a:ext cx="192214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 defTabSz="355600">
              <a:buSzPct val="100000"/>
              <a:defRPr sz="13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en-US" altLang="zh-CN" sz="1200" b="1" dirty="0">
                <a:latin typeface="Calibre" panose="020B0503030202060203" pitchFamily="34" charset="0"/>
                <a:sym typeface="Helvetica Neue"/>
              </a:rPr>
              <a:t>SOCIAL CONTENT</a:t>
            </a:r>
          </a:p>
        </p:txBody>
      </p:sp>
    </p:spTree>
    <p:extLst>
      <p:ext uri="{BB962C8B-B14F-4D97-AF65-F5344CB8AC3E}">
        <p14:creationId xmlns:p14="http://schemas.microsoft.com/office/powerpoint/2010/main" val="184756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F2297385-C9DD-C61A-A48E-09AE93BF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060BBDEA-8A88-3136-E5A8-4D4FEBF29A82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E6387A-853B-C613-DD5F-6EE348376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931" y="973639"/>
            <a:ext cx="1665117" cy="506065"/>
          </a:xfrm>
          <a:prstGeom prst="rect">
            <a:avLst/>
          </a:prstGeom>
        </p:spPr>
      </p:pic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1859EDB3-FAE3-B364-69B0-EF6925208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728538"/>
              </p:ext>
            </p:extLst>
          </p:nvPr>
        </p:nvGraphicFramePr>
        <p:xfrm>
          <a:off x="1512736" y="1718521"/>
          <a:ext cx="9172984" cy="16952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6779">
                  <a:extLst>
                    <a:ext uri="{9D8B030D-6E8A-4147-A177-3AD203B41FA5}">
                      <a16:colId xmlns:a16="http://schemas.microsoft.com/office/drawing/2014/main" val="2042774547"/>
                    </a:ext>
                  </a:extLst>
                </a:gridCol>
                <a:gridCol w="2879411">
                  <a:extLst>
                    <a:ext uri="{9D8B030D-6E8A-4147-A177-3AD203B41FA5}">
                      <a16:colId xmlns:a16="http://schemas.microsoft.com/office/drawing/2014/main" val="1550935920"/>
                    </a:ext>
                  </a:extLst>
                </a:gridCol>
                <a:gridCol w="877738">
                  <a:extLst>
                    <a:ext uri="{9D8B030D-6E8A-4147-A177-3AD203B41FA5}">
                      <a16:colId xmlns:a16="http://schemas.microsoft.com/office/drawing/2014/main" val="1279508057"/>
                    </a:ext>
                  </a:extLst>
                </a:gridCol>
                <a:gridCol w="2123526">
                  <a:extLst>
                    <a:ext uri="{9D8B030D-6E8A-4147-A177-3AD203B41FA5}">
                      <a16:colId xmlns:a16="http://schemas.microsoft.com/office/drawing/2014/main" val="3250925666"/>
                    </a:ext>
                  </a:extLst>
                </a:gridCol>
                <a:gridCol w="874970">
                  <a:extLst>
                    <a:ext uri="{9D8B030D-6E8A-4147-A177-3AD203B41FA5}">
                      <a16:colId xmlns:a16="http://schemas.microsoft.com/office/drawing/2014/main" val="4102694800"/>
                    </a:ext>
                  </a:extLst>
                </a:gridCol>
                <a:gridCol w="1070560">
                  <a:extLst>
                    <a:ext uri="{9D8B030D-6E8A-4147-A177-3AD203B41FA5}">
                      <a16:colId xmlns:a16="http://schemas.microsoft.com/office/drawing/2014/main" val="3426225290"/>
                    </a:ext>
                  </a:extLst>
                </a:gridCol>
              </a:tblGrid>
              <a:tr h="460010"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SOCIAL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AD</a:t>
                      </a:r>
                    </a:p>
                  </a:txBody>
                  <a:tcPr marL="78848" marR="78848" marT="39424" marB="39424" anchor="ctr"/>
                </a:tc>
                <a:extLst>
                  <a:ext uri="{0D108BD9-81ED-4DB2-BD59-A6C34878D82A}">
                    <a16:rowId xmlns:a16="http://schemas.microsoft.com/office/drawing/2014/main" val="2108282725"/>
                  </a:ext>
                </a:extLst>
              </a:tr>
              <a:tr h="617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2-3</a:t>
                      </a:r>
                      <a:r>
                        <a:rPr lang="en-US" altLang="zh-CN" sz="900" baseline="300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altLang="zh-CN" sz="900" dirty="0"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utura Lt BT" panose="020B0402020204020303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COCO CRUSH FINE JEWELLRY AD WITH WANG YIBO AND LEAH DOU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VIDEO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WEIBO/RED/WECHAT</a:t>
                      </a:r>
                      <a:endPara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8848" marR="78848" marT="39424" marB="39424" anchor="ctr"/>
                </a:tc>
                <a:extLst>
                  <a:ext uri="{0D108BD9-81ED-4DB2-BD59-A6C34878D82A}">
                    <a16:rowId xmlns:a16="http://schemas.microsoft.com/office/drawing/2014/main" val="1275219252"/>
                  </a:ext>
                </a:extLst>
              </a:tr>
              <a:tr h="617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9</a:t>
                      </a:r>
                      <a:r>
                        <a:rPr lang="en-US" altLang="zh-CN" sz="900" baseline="300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altLang="zh-CN" sz="900" dirty="0"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utura Lt BT" panose="020B0402020204020303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CHANEL FALL-WINTER 2026/27 HAUTE COUTURE COLLECTION SHOW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8848" marR="78848" marT="39424" marB="3942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78848" marR="78848" marT="39424" marB="39424" anchor="ctr"/>
                </a:tc>
                <a:extLst>
                  <a:ext uri="{0D108BD9-81ED-4DB2-BD59-A6C34878D82A}">
                    <a16:rowId xmlns:a16="http://schemas.microsoft.com/office/drawing/2014/main" val="5364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74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8298-34B5-FF78-BBD2-65584CD7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A21A788-B126-C3B6-1954-12E0B6A4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078C5B55-FB09-E8F3-7E6B-3EB3B81EA4DC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3" name="CHANEL">
            <a:extLst>
              <a:ext uri="{FF2B5EF4-FFF2-40B4-BE49-F238E27FC236}">
                <a16:creationId xmlns:a16="http://schemas.microsoft.com/office/drawing/2014/main" id="{6C0890E5-F40C-D176-9380-ABBC2F1DB242}"/>
              </a:ext>
            </a:extLst>
          </p:cNvPr>
          <p:cNvSpPr txBox="1"/>
          <p:nvPr/>
        </p:nvSpPr>
        <p:spPr>
          <a:xfrm>
            <a:off x="303387" y="852628"/>
            <a:ext cx="7500700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CHANEL</a:t>
            </a:r>
          </a:p>
          <a:p>
            <a:r>
              <a:rPr lang="en-US" altLang="zh-CN" kern="0" dirty="0">
                <a:solidFill>
                  <a:srgbClr val="000000"/>
                </a:solidFill>
                <a:latin typeface="Calibre" panose="020B0503030202060203" pitchFamily="34" charset="0"/>
                <a:cs typeface="Arial" panose="020B0604020202020204" pitchFamily="34" charset="0"/>
                <a:sym typeface="Calibri" panose="020F0502020204030204"/>
              </a:rPr>
              <a:t>COCO CRUSH FINE JEWELLRY AD WITH WANG YIBO AND LEAH DOU</a:t>
            </a:r>
          </a:p>
          <a:p>
            <a:r>
              <a:rPr lang="en-US" dirty="0">
                <a:latin typeface="Calibre" panose="020B0503030202060203" pitchFamily="34" charset="0"/>
              </a:rPr>
              <a:t>SOCIAL CONTENT</a:t>
            </a:r>
          </a:p>
        </p:txBody>
      </p:sp>
      <p:grpSp>
        <p:nvGrpSpPr>
          <p:cNvPr id="2" name="组合 14">
            <a:extLst>
              <a:ext uri="{FF2B5EF4-FFF2-40B4-BE49-F238E27FC236}">
                <a16:creationId xmlns:a16="http://schemas.microsoft.com/office/drawing/2014/main" id="{70A6EBD5-8FA7-B594-58F8-7547718E72CD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3549"/>
            <a:ext cx="717260" cy="225577"/>
            <a:chOff x="1222349" y="11478686"/>
            <a:chExt cx="1381698" cy="434542"/>
          </a:xfrm>
        </p:grpSpPr>
        <p:pic>
          <p:nvPicPr>
            <p:cNvPr id="7" name="图片 3">
              <a:extLst>
                <a:ext uri="{FF2B5EF4-FFF2-40B4-BE49-F238E27FC236}">
                  <a16:creationId xmlns:a16="http://schemas.microsoft.com/office/drawing/2014/main" id="{6B7CFBD3-4BA3-3C0D-D306-4501D175F84E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11" name="Picture 2" descr="Icon&#10;&#10;Description automatically generated">
              <a:extLst>
                <a:ext uri="{FF2B5EF4-FFF2-40B4-BE49-F238E27FC236}">
                  <a16:creationId xmlns:a16="http://schemas.microsoft.com/office/drawing/2014/main" id="{52B76293-AB74-8360-A1E1-111C01419BAA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7198" y="11480974"/>
              <a:ext cx="432000" cy="432254"/>
            </a:xfrm>
            <a:prstGeom prst="ellipse">
              <a:avLst/>
            </a:prstGeom>
          </p:spPr>
        </p:pic>
        <p:pic>
          <p:nvPicPr>
            <p:cNvPr id="13" name="Image 38">
              <a:extLst>
                <a:ext uri="{FF2B5EF4-FFF2-40B4-BE49-F238E27FC236}">
                  <a16:creationId xmlns:a16="http://schemas.microsoft.com/office/drawing/2014/main" id="{75F0F28D-8FBF-6139-1994-1061383D0B4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172047" y="11478686"/>
              <a:ext cx="432000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B456B91-331B-E622-5B51-84BDCFE27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238" y="2189796"/>
            <a:ext cx="274344" cy="3596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330B98C-B42D-9238-8367-BBCA2AE7455D}"/>
              </a:ext>
            </a:extLst>
          </p:cNvPr>
          <p:cNvSpPr txBox="1"/>
          <p:nvPr/>
        </p:nvSpPr>
        <p:spPr>
          <a:xfrm>
            <a:off x="2903177" y="4861991"/>
            <a:ext cx="6097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http://t.cn/AXob0bba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6DBBF-AA3C-10DC-5EB5-517F0C351B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432" y="2307559"/>
            <a:ext cx="4521568" cy="25433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9E5BA4-8B9D-E895-CCAF-A820DCB92A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850" y="2307559"/>
            <a:ext cx="4521568" cy="25433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014444-B126-D36B-EBA8-EC19ABC1EBBF}"/>
              </a:ext>
            </a:extLst>
          </p:cNvPr>
          <p:cNvSpPr txBox="1"/>
          <p:nvPr/>
        </p:nvSpPr>
        <p:spPr>
          <a:xfrm>
            <a:off x="7746418" y="469721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00" dirty="0"/>
          </a:p>
          <a:p>
            <a:r>
              <a:rPr lang="en-US" sz="1000" dirty="0"/>
              <a:t>http://t.cn/AXoVkDwT</a:t>
            </a:r>
          </a:p>
        </p:txBody>
      </p:sp>
      <p:sp>
        <p:nvSpPr>
          <p:cNvPr id="30" name="文本框 33">
            <a:extLst>
              <a:ext uri="{FF2B5EF4-FFF2-40B4-BE49-F238E27FC236}">
                <a16:creationId xmlns:a16="http://schemas.microsoft.com/office/drawing/2014/main" id="{F3DE287F-0315-11F2-6826-546A1C732788}"/>
              </a:ext>
            </a:extLst>
          </p:cNvPr>
          <p:cNvSpPr txBox="1"/>
          <p:nvPr/>
        </p:nvSpPr>
        <p:spPr>
          <a:xfrm>
            <a:off x="2137667" y="5018232"/>
            <a:ext cx="291355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algn="ctr" hangingPunct="0"/>
            <a:r>
              <a:rPr lang="en-US" altLang="zh-CN" sz="1000" b="1" dirty="0">
                <a:solidFill>
                  <a:schemeClr val="dk1"/>
                </a:solidFill>
                <a:latin typeface="Calibre" panose="020B0503030202060203" pitchFamily="34" charset="0"/>
              </a:rPr>
              <a:t>WANG YIBO</a:t>
            </a:r>
            <a:endParaRPr lang="en-US" altLang="zh-CN" sz="1000" b="1" dirty="0">
              <a:latin typeface="Calibre" panose="020B0503030202060203" pitchFamily="34" charset="0"/>
            </a:endParaRPr>
          </a:p>
        </p:txBody>
      </p:sp>
      <p:sp>
        <p:nvSpPr>
          <p:cNvPr id="41" name="文本框 33">
            <a:extLst>
              <a:ext uri="{FF2B5EF4-FFF2-40B4-BE49-F238E27FC236}">
                <a16:creationId xmlns:a16="http://schemas.microsoft.com/office/drawing/2014/main" id="{819FBCE5-41F3-FED3-F4C2-F7C5DB61FC14}"/>
              </a:ext>
            </a:extLst>
          </p:cNvPr>
          <p:cNvSpPr txBox="1"/>
          <p:nvPr/>
        </p:nvSpPr>
        <p:spPr>
          <a:xfrm>
            <a:off x="7093889" y="5008793"/>
            <a:ext cx="268151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algn="ctr" hangingPunct="0"/>
            <a:r>
              <a:rPr lang="en-US" altLang="zh-CN" sz="1000" b="1" dirty="0">
                <a:solidFill>
                  <a:schemeClr val="dk1"/>
                </a:solidFill>
                <a:latin typeface="Calibre" panose="020B0503030202060203" pitchFamily="34" charset="0"/>
              </a:rPr>
              <a:t>LEAH DOU</a:t>
            </a:r>
            <a:endParaRPr lang="en-US" altLang="zh-CN" sz="1000" b="1" dirty="0">
              <a:latin typeface="Calibre" panose="020B0503030202060203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9EF9625-F37F-BB95-8C09-6B91F00B34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851" y="2313084"/>
            <a:ext cx="4521568" cy="254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8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A54E6-B897-1DCA-E9E2-EA7A1ED6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DD7DE25-F707-89ED-C823-F838CE3F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8FAD38AF-1805-E9D6-1DB1-28D6E720B74F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3" name="CHANEL">
            <a:extLst>
              <a:ext uri="{FF2B5EF4-FFF2-40B4-BE49-F238E27FC236}">
                <a16:creationId xmlns:a16="http://schemas.microsoft.com/office/drawing/2014/main" id="{4AAED67A-DEBD-85AA-D6E2-496ED0E305AB}"/>
              </a:ext>
            </a:extLst>
          </p:cNvPr>
          <p:cNvSpPr txBox="1"/>
          <p:nvPr/>
        </p:nvSpPr>
        <p:spPr>
          <a:xfrm>
            <a:off x="303387" y="852628"/>
            <a:ext cx="6444737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CHANEL</a:t>
            </a:r>
          </a:p>
          <a:p>
            <a:r>
              <a:rPr lang="en-US" altLang="zh-CN" kern="0" dirty="0">
                <a:solidFill>
                  <a:srgbClr val="000000"/>
                </a:solidFill>
                <a:latin typeface="Calibre" panose="020B0503030202060203" pitchFamily="34" charset="0"/>
                <a:cs typeface="Arial" panose="020B0604020202020204" pitchFamily="34" charset="0"/>
                <a:sym typeface="Calibri" panose="020F0502020204030204"/>
              </a:rPr>
              <a:t>CHANEL FALL-WINTER 2026/27 HAUTE COUTURE COLLECTION SHOW</a:t>
            </a:r>
          </a:p>
          <a:p>
            <a:r>
              <a:rPr lang="en-US" dirty="0">
                <a:latin typeface="Calibre" panose="020B0503030202060203" pitchFamily="34" charset="0"/>
              </a:rPr>
              <a:t>SOCIAL CONTENT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6D09AC-DFE8-E466-3BB0-E61274DBA4E1}"/>
              </a:ext>
            </a:extLst>
          </p:cNvPr>
          <p:cNvGrpSpPr/>
          <p:nvPr/>
        </p:nvGrpSpPr>
        <p:grpSpPr>
          <a:xfrm>
            <a:off x="303387" y="2609411"/>
            <a:ext cx="6951649" cy="2529750"/>
            <a:chOff x="182561" y="1784841"/>
            <a:chExt cx="6676312" cy="2429553"/>
          </a:xfrm>
        </p:grpSpPr>
        <p:pic>
          <p:nvPicPr>
            <p:cNvPr id="6" name="Picture 27">
              <a:extLst>
                <a:ext uri="{FF2B5EF4-FFF2-40B4-BE49-F238E27FC236}">
                  <a16:creationId xmlns:a16="http://schemas.microsoft.com/office/drawing/2014/main" id="{6269E7D8-DC9E-7F82-DA8A-D2263254D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561" y="1784841"/>
              <a:ext cx="323336" cy="265136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7091D47-AA7F-746B-DC1E-3DE061B1055D}"/>
                </a:ext>
              </a:extLst>
            </p:cNvPr>
            <p:cNvSpPr txBox="1"/>
            <p:nvPr/>
          </p:nvSpPr>
          <p:spPr>
            <a:xfrm>
              <a:off x="568456" y="3820412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Calibre" panose="020B0503030202060203" pitchFamily="34" charset="0"/>
                </a:rPr>
                <a:t>BRAND AMBASSADOR 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ZHANG ZIFENG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B345D2E-F326-6931-C28A-36ACBC7C0008}"/>
                </a:ext>
              </a:extLst>
            </p:cNvPr>
            <p:cNvSpPr txBox="1"/>
            <p:nvPr/>
          </p:nvSpPr>
          <p:spPr>
            <a:xfrm>
              <a:off x="2682971" y="3830131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Calibre" panose="020B0503030202060203" pitchFamily="34" charset="0"/>
                </a:rPr>
                <a:t>BRAND AMBASSADOR 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WILLIAM CHAN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4CA9108-85FA-7579-65A8-B1BFBA7283FB}"/>
                </a:ext>
              </a:extLst>
            </p:cNvPr>
            <p:cNvSpPr txBox="1"/>
            <p:nvPr/>
          </p:nvSpPr>
          <p:spPr>
            <a:xfrm>
              <a:off x="4823303" y="3830131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highlight>
                    <a:srgbClr val="FFFF00"/>
                  </a:highlight>
                  <a:latin typeface="Calibre" panose="020B0503030202060203" pitchFamily="34" charset="0"/>
                </a:rPr>
                <a:t>BRAND FRIEND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SHAN YICHUN</a:t>
              </a:r>
            </a:p>
          </p:txBody>
        </p:sp>
      </p:grpSp>
      <p:grpSp>
        <p:nvGrpSpPr>
          <p:cNvPr id="19" name="组合 28">
            <a:extLst>
              <a:ext uri="{FF2B5EF4-FFF2-40B4-BE49-F238E27FC236}">
                <a16:creationId xmlns:a16="http://schemas.microsoft.com/office/drawing/2014/main" id="{F2BE31ED-33FF-4E70-3B9A-B21D1EAE81F0}"/>
              </a:ext>
            </a:extLst>
          </p:cNvPr>
          <p:cNvGrpSpPr>
            <a:grpSpLocks noChangeAspect="1"/>
          </p:cNvGrpSpPr>
          <p:nvPr/>
        </p:nvGrpSpPr>
        <p:grpSpPr>
          <a:xfrm>
            <a:off x="357120" y="6379603"/>
            <a:ext cx="481080" cy="225578"/>
            <a:chOff x="1677315" y="11478686"/>
            <a:chExt cx="926732" cy="434542"/>
          </a:xfrm>
        </p:grpSpPr>
        <p:pic>
          <p:nvPicPr>
            <p:cNvPr id="22" name="图片 3">
              <a:extLst>
                <a:ext uri="{FF2B5EF4-FFF2-40B4-BE49-F238E27FC236}">
                  <a16:creationId xmlns:a16="http://schemas.microsoft.com/office/drawing/2014/main" id="{968B010B-B647-2FCE-4918-ABE79556AC8E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7315" y="11478686"/>
              <a:ext cx="432001" cy="432255"/>
            </a:xfrm>
            <a:prstGeom prst="ellipse">
              <a:avLst/>
            </a:prstGeom>
          </p:spPr>
        </p:pic>
        <p:pic>
          <p:nvPicPr>
            <p:cNvPr id="25" name="Image 38">
              <a:extLst>
                <a:ext uri="{FF2B5EF4-FFF2-40B4-BE49-F238E27FC236}">
                  <a16:creationId xmlns:a16="http://schemas.microsoft.com/office/drawing/2014/main" id="{79D839E8-A5E1-02DA-3CD4-D92518E5725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172047" y="11478686"/>
              <a:ext cx="432000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2869937-D0A8-6C8E-BB3A-CC6DCD4FA2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105" y="2609411"/>
            <a:ext cx="2129640" cy="2129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1BC84B-DCEE-5424-8F5B-6E3424553A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32" y="2609411"/>
            <a:ext cx="2129640" cy="2129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7A4066-5D1A-E934-AD2A-5DF406EC6E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16" y="2610967"/>
            <a:ext cx="2119520" cy="2119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97139-5C21-3051-126C-8B87BB397C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5" y="2610967"/>
            <a:ext cx="2119519" cy="2119519"/>
          </a:xfrm>
          <a:prstGeom prst="rect">
            <a:avLst/>
          </a:prstGeom>
        </p:spPr>
      </p:pic>
      <p:sp>
        <p:nvSpPr>
          <p:cNvPr id="18" name="文本框 40">
            <a:extLst>
              <a:ext uri="{FF2B5EF4-FFF2-40B4-BE49-F238E27FC236}">
                <a16:creationId xmlns:a16="http://schemas.microsoft.com/office/drawing/2014/main" id="{CA4EA628-014A-F429-D07A-863D1072D6CD}"/>
              </a:ext>
            </a:extLst>
          </p:cNvPr>
          <p:cNvSpPr txBox="1"/>
          <p:nvPr/>
        </p:nvSpPr>
        <p:spPr>
          <a:xfrm>
            <a:off x="7293294" y="4728931"/>
            <a:ext cx="211951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highlight>
                  <a:srgbClr val="FFFF00"/>
                </a:highlight>
                <a:latin typeface="Calibre" panose="020B0503030202060203" pitchFamily="34" charset="0"/>
              </a:rPr>
              <a:t>BRAND FRIEND</a:t>
            </a:r>
          </a:p>
          <a:p>
            <a:pPr algn="ctr"/>
            <a:r>
              <a:rPr lang="en-US" altLang="zh-CN" sz="1000" b="1" dirty="0">
                <a:latin typeface="Calibre" panose="020B0503030202060203" pitchFamily="34" charset="0"/>
              </a:rPr>
              <a:t>MICHELLE YEOH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EC31B77-B8B5-14AE-9C95-C04C89DE7F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134" y="2609411"/>
            <a:ext cx="2119520" cy="2119520"/>
          </a:xfrm>
          <a:prstGeom prst="rect">
            <a:avLst/>
          </a:prstGeom>
        </p:spPr>
      </p:pic>
      <p:sp>
        <p:nvSpPr>
          <p:cNvPr id="26" name="文本框 40">
            <a:extLst>
              <a:ext uri="{FF2B5EF4-FFF2-40B4-BE49-F238E27FC236}">
                <a16:creationId xmlns:a16="http://schemas.microsoft.com/office/drawing/2014/main" id="{AC012569-0843-2974-63E7-172602FB5AD7}"/>
              </a:ext>
            </a:extLst>
          </p:cNvPr>
          <p:cNvSpPr txBox="1"/>
          <p:nvPr/>
        </p:nvSpPr>
        <p:spPr>
          <a:xfrm>
            <a:off x="9483639" y="4728931"/>
            <a:ext cx="211951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FRIEND</a:t>
            </a:r>
          </a:p>
          <a:p>
            <a:pPr algn="ctr"/>
            <a:r>
              <a:rPr lang="en-US" altLang="zh-CN" sz="1000" b="1" dirty="0">
                <a:latin typeface="Calibre" panose="020B0503030202060203" pitchFamily="34" charset="0"/>
              </a:rPr>
              <a:t>FALA CHEN</a:t>
            </a:r>
          </a:p>
        </p:txBody>
      </p:sp>
    </p:spTree>
    <p:extLst>
      <p:ext uri="{BB962C8B-B14F-4D97-AF65-F5344CB8AC3E}">
        <p14:creationId xmlns:p14="http://schemas.microsoft.com/office/powerpoint/2010/main" val="4210403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5F40-F344-2CF7-23FF-C17F188F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C051ACCF-B1A9-E2C0-220B-FA998120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6F598E5B-717A-80A6-430D-D61A79A028D4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pic>
        <p:nvPicPr>
          <p:cNvPr id="2" name="图片 6">
            <a:extLst>
              <a:ext uri="{FF2B5EF4-FFF2-40B4-BE49-F238E27FC236}">
                <a16:creationId xmlns:a16="http://schemas.microsoft.com/office/drawing/2014/main" id="{38D61051-FA75-3304-1FF0-20A0E716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412" y="1215816"/>
            <a:ext cx="2069761" cy="293414"/>
          </a:xfrm>
          <a:prstGeom prst="rect">
            <a:avLst/>
          </a:prstGeom>
        </p:spPr>
      </p:pic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7A0803E8-BC32-356E-B147-AB4496EB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22452"/>
              </p:ext>
            </p:extLst>
          </p:nvPr>
        </p:nvGraphicFramePr>
        <p:xfrm>
          <a:off x="1467591" y="1787024"/>
          <a:ext cx="9256817" cy="1237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9088">
                  <a:extLst>
                    <a:ext uri="{9D8B030D-6E8A-4147-A177-3AD203B41FA5}">
                      <a16:colId xmlns:a16="http://schemas.microsoft.com/office/drawing/2014/main" val="2042774547"/>
                    </a:ext>
                  </a:extLst>
                </a:gridCol>
                <a:gridCol w="2905726">
                  <a:extLst>
                    <a:ext uri="{9D8B030D-6E8A-4147-A177-3AD203B41FA5}">
                      <a16:colId xmlns:a16="http://schemas.microsoft.com/office/drawing/2014/main" val="1550935920"/>
                    </a:ext>
                  </a:extLst>
                </a:gridCol>
                <a:gridCol w="885759">
                  <a:extLst>
                    <a:ext uri="{9D8B030D-6E8A-4147-A177-3AD203B41FA5}">
                      <a16:colId xmlns:a16="http://schemas.microsoft.com/office/drawing/2014/main" val="1279508057"/>
                    </a:ext>
                  </a:extLst>
                </a:gridCol>
                <a:gridCol w="2142933">
                  <a:extLst>
                    <a:ext uri="{9D8B030D-6E8A-4147-A177-3AD203B41FA5}">
                      <a16:colId xmlns:a16="http://schemas.microsoft.com/office/drawing/2014/main" val="3250925666"/>
                    </a:ext>
                  </a:extLst>
                </a:gridCol>
                <a:gridCol w="882966">
                  <a:extLst>
                    <a:ext uri="{9D8B030D-6E8A-4147-A177-3AD203B41FA5}">
                      <a16:colId xmlns:a16="http://schemas.microsoft.com/office/drawing/2014/main" val="4102694800"/>
                    </a:ext>
                  </a:extLst>
                </a:gridCol>
                <a:gridCol w="1080345">
                  <a:extLst>
                    <a:ext uri="{9D8B030D-6E8A-4147-A177-3AD203B41FA5}">
                      <a16:colId xmlns:a16="http://schemas.microsoft.com/office/drawing/2014/main" val="3426225290"/>
                    </a:ext>
                  </a:extLst>
                </a:gridCol>
              </a:tblGrid>
              <a:tr h="52826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SOCIAL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AD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108282725"/>
                  </a:ext>
                </a:extLst>
              </a:tr>
              <a:tr h="709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1</a:t>
                      </a:r>
                      <a:r>
                        <a:rPr lang="en-US" altLang="zh-CN" sz="1100" baseline="3000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ST</a:t>
                      </a:r>
                      <a:endParaRPr lang="en-US" altLang="zh-CN" sz="1100" dirty="0"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Futura Lt BT" panose="020B0402020204020303" pitchFamily="34" charset="0"/>
                          <a:cs typeface="Arial" panose="020B0604020202020204" pitchFamily="34" charset="0"/>
                          <a:sym typeface="Calibri" panose="020F0502020204030204"/>
                        </a:rPr>
                        <a:t>REBONDS RELAUNCH FOR THE LOIS VUITTON X UNICEF 10th ANNIVERSARY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275219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12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D4BA-B2D5-811B-235C-797B6A3E7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2907EF4-A215-0E35-0408-D66189E4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5FFFFA11-CC37-D55B-4062-8CC6248D6134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3" name="CHANEL">
            <a:extLst>
              <a:ext uri="{FF2B5EF4-FFF2-40B4-BE49-F238E27FC236}">
                <a16:creationId xmlns:a16="http://schemas.microsoft.com/office/drawing/2014/main" id="{4669ED4A-E0BF-D68E-2B20-903E72EE5544}"/>
              </a:ext>
            </a:extLst>
          </p:cNvPr>
          <p:cNvSpPr txBox="1"/>
          <p:nvPr/>
        </p:nvSpPr>
        <p:spPr>
          <a:xfrm>
            <a:off x="303387" y="852628"/>
            <a:ext cx="6444737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LOUIS VUITTON</a:t>
            </a:r>
          </a:p>
          <a:p>
            <a:r>
              <a:rPr lang="en-US" dirty="0">
                <a:latin typeface="Calibre" panose="020B0503030202060203" pitchFamily="34" charset="0"/>
              </a:rPr>
              <a:t>REBONDS RELAUNCH FOR THE LOIS VUITTON X UNICEF 10</a:t>
            </a:r>
            <a:r>
              <a:rPr lang="en-US" baseline="30000" dirty="0">
                <a:latin typeface="Calibre" panose="020B0503030202060203" pitchFamily="34" charset="0"/>
              </a:rPr>
              <a:t>th</a:t>
            </a:r>
            <a:r>
              <a:rPr lang="en-US" dirty="0">
                <a:latin typeface="Calibre" panose="020B0503030202060203" pitchFamily="34" charset="0"/>
              </a:rPr>
              <a:t> ANNIVERSARY</a:t>
            </a:r>
          </a:p>
          <a:p>
            <a:r>
              <a:rPr lang="en-US" dirty="0">
                <a:latin typeface="Calibre" panose="020B0503030202060203" pitchFamily="34" charset="0"/>
              </a:rPr>
              <a:t>SOCIAL CONTENT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66C027-2447-0EF7-528B-54EDBC1FAA75}"/>
              </a:ext>
            </a:extLst>
          </p:cNvPr>
          <p:cNvGrpSpPr/>
          <p:nvPr/>
        </p:nvGrpSpPr>
        <p:grpSpPr>
          <a:xfrm>
            <a:off x="314534" y="2468663"/>
            <a:ext cx="6919743" cy="2696691"/>
            <a:chOff x="88272" y="1659387"/>
            <a:chExt cx="6645669" cy="2589882"/>
          </a:xfrm>
        </p:grpSpPr>
        <p:pic>
          <p:nvPicPr>
            <p:cNvPr id="6" name="Picture 27">
              <a:extLst>
                <a:ext uri="{FF2B5EF4-FFF2-40B4-BE49-F238E27FC236}">
                  <a16:creationId xmlns:a16="http://schemas.microsoft.com/office/drawing/2014/main" id="{63CD902F-399A-9AE8-8E94-3443A7F4A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272" y="1659387"/>
              <a:ext cx="323336" cy="265136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47754389-9778-A1D8-0068-98928A45CE53}"/>
                </a:ext>
              </a:extLst>
            </p:cNvPr>
            <p:cNvSpPr txBox="1"/>
            <p:nvPr/>
          </p:nvSpPr>
          <p:spPr>
            <a:xfrm>
              <a:off x="495754" y="3865006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Calibre" panose="020B0503030202060203" pitchFamily="34" charset="0"/>
                </a:rPr>
                <a:t>ARTIST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XU BING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E66B00E-0BD2-7BA4-5CF2-2566A314C80D}"/>
                </a:ext>
              </a:extLst>
            </p:cNvPr>
            <p:cNvSpPr txBox="1"/>
            <p:nvPr/>
          </p:nvSpPr>
          <p:spPr>
            <a:xfrm>
              <a:off x="2605263" y="3865006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Calibre" panose="020B0503030202060203" pitchFamily="34" charset="0"/>
                </a:rPr>
                <a:t>PIANIST 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YUJA WANG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AD04BB-E4D3-66E2-D27A-BDA253428C5E}"/>
                </a:ext>
              </a:extLst>
            </p:cNvPr>
            <p:cNvSpPr txBox="1"/>
            <p:nvPr/>
          </p:nvSpPr>
          <p:spPr>
            <a:xfrm>
              <a:off x="4698371" y="3865006"/>
              <a:ext cx="2035570" cy="384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Calibre" panose="020B0503030202060203" pitchFamily="34" charset="0"/>
                </a:rPr>
                <a:t>DIRECTOR</a:t>
              </a:r>
            </a:p>
            <a:p>
              <a:pPr algn="ctr"/>
              <a:r>
                <a:rPr lang="en-US" altLang="zh-CN" sz="1000" b="1" dirty="0">
                  <a:latin typeface="Calibre" panose="020B0503030202060203" pitchFamily="34" charset="0"/>
                </a:rPr>
                <a:t>JIA ZHANG-KE</a:t>
              </a:r>
            </a:p>
          </p:txBody>
        </p:sp>
      </p:grpSp>
      <p:grpSp>
        <p:nvGrpSpPr>
          <p:cNvPr id="19" name="组合 28">
            <a:extLst>
              <a:ext uri="{FF2B5EF4-FFF2-40B4-BE49-F238E27FC236}">
                <a16:creationId xmlns:a16="http://schemas.microsoft.com/office/drawing/2014/main" id="{09D3C4D2-E622-0587-CA2C-331511218F4D}"/>
              </a:ext>
            </a:extLst>
          </p:cNvPr>
          <p:cNvGrpSpPr>
            <a:grpSpLocks noChangeAspect="1"/>
          </p:cNvGrpSpPr>
          <p:nvPr/>
        </p:nvGrpSpPr>
        <p:grpSpPr>
          <a:xfrm>
            <a:off x="357120" y="6379603"/>
            <a:ext cx="481080" cy="225578"/>
            <a:chOff x="1677315" y="11478686"/>
            <a:chExt cx="926732" cy="434542"/>
          </a:xfrm>
        </p:grpSpPr>
        <p:pic>
          <p:nvPicPr>
            <p:cNvPr id="22" name="图片 3">
              <a:extLst>
                <a:ext uri="{FF2B5EF4-FFF2-40B4-BE49-F238E27FC236}">
                  <a16:creationId xmlns:a16="http://schemas.microsoft.com/office/drawing/2014/main" id="{206F00DE-C880-9D68-4063-0DC3A906CDD5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7315" y="11478686"/>
              <a:ext cx="432001" cy="432255"/>
            </a:xfrm>
            <a:prstGeom prst="ellipse">
              <a:avLst/>
            </a:prstGeom>
          </p:spPr>
        </p:pic>
        <p:pic>
          <p:nvPicPr>
            <p:cNvPr id="25" name="Image 38">
              <a:extLst>
                <a:ext uri="{FF2B5EF4-FFF2-40B4-BE49-F238E27FC236}">
                  <a16:creationId xmlns:a16="http://schemas.microsoft.com/office/drawing/2014/main" id="{70F19E3D-2B9F-5736-19C1-268485287315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172047" y="11478686"/>
              <a:ext cx="432000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" name="文本框 40">
            <a:extLst>
              <a:ext uri="{FF2B5EF4-FFF2-40B4-BE49-F238E27FC236}">
                <a16:creationId xmlns:a16="http://schemas.microsoft.com/office/drawing/2014/main" id="{93E59151-B6C4-B91B-F6D0-BDB8135E8008}"/>
              </a:ext>
            </a:extLst>
          </p:cNvPr>
          <p:cNvSpPr txBox="1"/>
          <p:nvPr/>
        </p:nvSpPr>
        <p:spPr>
          <a:xfrm>
            <a:off x="7294188" y="4777999"/>
            <a:ext cx="211951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algn="ctr"/>
            <a:r>
              <a:rPr lang="en-US" altLang="zh-CN" sz="1000" b="1" dirty="0">
                <a:latin typeface="Calibre" panose="020B0503030202060203" pitchFamily="34" charset="0"/>
              </a:rPr>
              <a:t>WANG CHUQIN</a:t>
            </a:r>
          </a:p>
        </p:txBody>
      </p:sp>
      <p:sp>
        <p:nvSpPr>
          <p:cNvPr id="26" name="文本框 40">
            <a:extLst>
              <a:ext uri="{FF2B5EF4-FFF2-40B4-BE49-F238E27FC236}">
                <a16:creationId xmlns:a16="http://schemas.microsoft.com/office/drawing/2014/main" id="{BEDF4C07-3085-4073-24A9-EAC91D56D659}"/>
              </a:ext>
            </a:extLst>
          </p:cNvPr>
          <p:cNvSpPr txBox="1"/>
          <p:nvPr/>
        </p:nvSpPr>
        <p:spPr>
          <a:xfrm>
            <a:off x="9490695" y="4761753"/>
            <a:ext cx="2119519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FRIEND</a:t>
            </a:r>
          </a:p>
          <a:p>
            <a:pPr algn="ctr"/>
            <a:r>
              <a:rPr lang="en-US" altLang="zh-CN" sz="1000" b="1" dirty="0">
                <a:latin typeface="Calibre" panose="020B0503030202060203" pitchFamily="34" charset="0"/>
              </a:rPr>
              <a:t>MAGGIE CHEUNG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EF8C6-DBCC-5781-9915-611AD5464C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864" y="2129068"/>
            <a:ext cx="2110165" cy="26361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34FD58-4559-E2F4-AF3F-3C88F5DAFE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103" y="2141823"/>
            <a:ext cx="2098774" cy="26361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AC331B-73AF-FFA1-5BD0-2BF0AD91F2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704" y="2118180"/>
            <a:ext cx="2118266" cy="26478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37C27F-A400-0414-8CCF-E99D4DAA6A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772" y="2118949"/>
            <a:ext cx="2118266" cy="26462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DBFA66-9E1E-731E-7F90-7FB1506741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2" y="2129068"/>
            <a:ext cx="2110165" cy="263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6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E9966-1C39-A585-8477-4EFE5E679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A956AE-AE8D-B387-D664-50B8A58B8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470521"/>
              </p:ext>
            </p:extLst>
          </p:nvPr>
        </p:nvGraphicFramePr>
        <p:xfrm>
          <a:off x="545660" y="1881188"/>
          <a:ext cx="11100679" cy="22762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5718">
                  <a:extLst>
                    <a:ext uri="{9D8B030D-6E8A-4147-A177-3AD203B41FA5}">
                      <a16:colId xmlns:a16="http://schemas.microsoft.com/office/drawing/2014/main" val="2042774547"/>
                    </a:ext>
                  </a:extLst>
                </a:gridCol>
                <a:gridCol w="4967111">
                  <a:extLst>
                    <a:ext uri="{9D8B030D-6E8A-4147-A177-3AD203B41FA5}">
                      <a16:colId xmlns:a16="http://schemas.microsoft.com/office/drawing/2014/main" val="1550935920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1279508057"/>
                    </a:ext>
                  </a:extLst>
                </a:gridCol>
                <a:gridCol w="2381955">
                  <a:extLst>
                    <a:ext uri="{9D8B030D-6E8A-4147-A177-3AD203B41FA5}">
                      <a16:colId xmlns:a16="http://schemas.microsoft.com/office/drawing/2014/main" val="3250925666"/>
                    </a:ext>
                  </a:extLst>
                </a:gridCol>
                <a:gridCol w="767645">
                  <a:extLst>
                    <a:ext uri="{9D8B030D-6E8A-4147-A177-3AD203B41FA5}">
                      <a16:colId xmlns:a16="http://schemas.microsoft.com/office/drawing/2014/main" val="4102694800"/>
                    </a:ext>
                  </a:extLst>
                </a:gridCol>
                <a:gridCol w="741272">
                  <a:extLst>
                    <a:ext uri="{9D8B030D-6E8A-4147-A177-3AD203B41FA5}">
                      <a16:colId xmlns:a16="http://schemas.microsoft.com/office/drawing/2014/main" val="3426225290"/>
                    </a:ext>
                  </a:extLst>
                </a:gridCol>
              </a:tblGrid>
              <a:tr h="420601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SOCIAL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AD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108282725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1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ST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LI YUNRUI VISITS OAK SPRING GARDEN, TRACING SCHLUMBERGER’S LEGACY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33984333"/>
                  </a:ext>
                </a:extLst>
              </a:tr>
              <a:tr h="6288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2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ND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LI YUNRUI VISITS VIRGINIA MUSEUM OF FINE ARTS, TRACING SCHLUMBERGER’S LEGACY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424495480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13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TIFFANY NEW CAMPAIGN FACE WITH SAMMI CHENG, TITLE TBD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WEIBO/RED/WECHAT/TIKTOK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844537270"/>
                  </a:ext>
                </a:extLst>
              </a:tr>
            </a:tbl>
          </a:graphicData>
        </a:graphic>
      </p:graphicFrame>
      <p:sp>
        <p:nvSpPr>
          <p:cNvPr id="5" name="Titre 3">
            <a:extLst>
              <a:ext uri="{FF2B5EF4-FFF2-40B4-BE49-F238E27FC236}">
                <a16:creationId xmlns:a16="http://schemas.microsoft.com/office/drawing/2014/main" id="{CE24AEC9-A26D-8B76-FFEF-026B3188AD76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pic>
        <p:nvPicPr>
          <p:cNvPr id="7" name="图片 6" descr="卡通人物&#10;&#10;低可信度描述已自动生成">
            <a:extLst>
              <a:ext uri="{FF2B5EF4-FFF2-40B4-BE49-F238E27FC236}">
                <a16:creationId xmlns:a16="http://schemas.microsoft.com/office/drawing/2014/main" id="{C33159C4-97CA-01C8-D2B1-E0ECB96C98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12" y="1275418"/>
            <a:ext cx="2256286" cy="4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5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1128-CB7C-A6F1-D19B-316E3075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D4C2FF0-61E2-24D7-6AE7-0E88276F4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49" y="1842194"/>
            <a:ext cx="2555086" cy="3406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7DCEF6-6DC7-0CE3-0499-C992795D0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621" y="1835667"/>
            <a:ext cx="2576645" cy="3435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B722AE-B6D9-8CEF-7FD5-B54A3EF06D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035" y="1842193"/>
            <a:ext cx="2555087" cy="3406782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146CE9A3-FB9A-84E1-6EB6-D7B1CFCEA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ED0C1084-ABA0-D84E-DCB0-E0A8D9D38F60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F81AC1A7-8130-481B-C618-B4892FC176F2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TIFFANY &amp; CO. </a:t>
            </a:r>
          </a:p>
          <a:p>
            <a:r>
              <a:rPr lang="en-US" altLang="zh-CN" dirty="0">
                <a:latin typeface="Calibre" panose="020B0503030202060203" pitchFamily="34" charset="0"/>
              </a:rPr>
              <a:t>LI YUNRUI VISITS OAK SPRING GARDEN, TRACING SCHLUMBERGER’S LEGACY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6648ED8-3CB9-9053-13E2-9817CA409653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4736"/>
            <a:ext cx="457946" cy="225577"/>
            <a:chOff x="1222349" y="11480973"/>
            <a:chExt cx="882167" cy="434542"/>
          </a:xfrm>
        </p:grpSpPr>
        <p:pic>
          <p:nvPicPr>
            <p:cNvPr id="26" name="图片 3">
              <a:extLst>
                <a:ext uri="{FF2B5EF4-FFF2-40B4-BE49-F238E27FC236}">
                  <a16:creationId xmlns:a16="http://schemas.microsoft.com/office/drawing/2014/main" id="{D76A16FF-E2F4-F480-3D05-3371C15719F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29" name="Image 38">
              <a:extLst>
                <a:ext uri="{FF2B5EF4-FFF2-40B4-BE49-F238E27FC236}">
                  <a16:creationId xmlns:a16="http://schemas.microsoft.com/office/drawing/2014/main" id="{BF98A187-31AC-D5B9-453F-509DE533D86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672515" y="11480973"/>
              <a:ext cx="432001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AEA80C7-2ED4-2CEF-022B-149C18545DB7}"/>
              </a:ext>
            </a:extLst>
          </p:cNvPr>
          <p:cNvSpPr txBox="1"/>
          <p:nvPr/>
        </p:nvSpPr>
        <p:spPr>
          <a:xfrm>
            <a:off x="4226554" y="5466467"/>
            <a:ext cx="3738891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algn="ctr" hangingPunct="0"/>
            <a:r>
              <a:rPr lang="en-US" altLang="zh-CN" sz="1000" b="1" dirty="0">
                <a:latin typeface="Calibre" panose="020B0503030202060203" pitchFamily="34" charset="0"/>
              </a:rPr>
              <a:t>LI YUNRUI</a:t>
            </a: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E0E6109B-83CD-B76D-67F0-1AACFCD8B10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460" y="1842194"/>
            <a:ext cx="340907" cy="279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9AFA71-1866-DA36-D21F-F47615CDBF9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9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C39E5-A008-D984-A2F0-CCBA385F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BF3FC554-EF0F-65B9-8914-965DE1E1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8F93276C-3016-0493-F774-45921F9D256A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86968546-8039-EE70-8DC8-10E872EA86C8}"/>
              </a:ext>
            </a:extLst>
          </p:cNvPr>
          <p:cNvSpPr txBox="1"/>
          <p:nvPr/>
        </p:nvSpPr>
        <p:spPr>
          <a:xfrm>
            <a:off x="351530" y="904032"/>
            <a:ext cx="6865699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TIFFANY &amp; CO. </a:t>
            </a:r>
          </a:p>
          <a:p>
            <a:r>
              <a:rPr lang="en-US" altLang="zh-CN" dirty="0">
                <a:latin typeface="Calibre" panose="020B0503030202060203" pitchFamily="34" charset="0"/>
              </a:rPr>
              <a:t>LI YUNRUI VISITS VIRGINIA MUSEUM OF FINE ARTS, TRACING SCHLUMBERGER’S LEGACY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97BF135-424C-4BAE-8482-91BB36D4C3D3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4736"/>
            <a:ext cx="457946" cy="225577"/>
            <a:chOff x="1222349" y="11480973"/>
            <a:chExt cx="882167" cy="434542"/>
          </a:xfrm>
        </p:grpSpPr>
        <p:pic>
          <p:nvPicPr>
            <p:cNvPr id="26" name="图片 3">
              <a:extLst>
                <a:ext uri="{FF2B5EF4-FFF2-40B4-BE49-F238E27FC236}">
                  <a16:creationId xmlns:a16="http://schemas.microsoft.com/office/drawing/2014/main" id="{6D4458F1-79F7-978B-FDA8-048EA8DC6890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29" name="Image 38">
              <a:extLst>
                <a:ext uri="{FF2B5EF4-FFF2-40B4-BE49-F238E27FC236}">
                  <a16:creationId xmlns:a16="http://schemas.microsoft.com/office/drawing/2014/main" id="{066FD414-E080-F851-D233-87326F8A95B8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672515" y="11480973"/>
              <a:ext cx="432001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CE1C90E-A833-3AC2-37A2-655D01D7A887}"/>
              </a:ext>
            </a:extLst>
          </p:cNvPr>
          <p:cNvSpPr txBox="1"/>
          <p:nvPr/>
        </p:nvSpPr>
        <p:spPr>
          <a:xfrm>
            <a:off x="4226554" y="5466467"/>
            <a:ext cx="3738891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algn="ctr" hangingPunct="0"/>
            <a:r>
              <a:rPr lang="en-US" altLang="zh-CN" sz="1000" b="1" dirty="0">
                <a:latin typeface="Calibre" panose="020B0503030202060203" pitchFamily="34" charset="0"/>
              </a:rPr>
              <a:t>LI YUNRUI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7AB582-06AE-0AFA-A305-84C7410435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729" y="1842193"/>
            <a:ext cx="2555086" cy="3406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06E6A9-2507-6343-2DED-A6CE7BAF2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314" y="1842190"/>
            <a:ext cx="2571751" cy="3429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DC4D49-E3F1-16E4-E0BC-F46D1B172B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902" y="1842192"/>
            <a:ext cx="2555086" cy="3406782"/>
          </a:xfrm>
          <a:prstGeom prst="rect">
            <a:avLst/>
          </a:prstGeom>
        </p:spPr>
      </p:pic>
      <p:pic>
        <p:nvPicPr>
          <p:cNvPr id="17" name="Picture 27">
            <a:extLst>
              <a:ext uri="{FF2B5EF4-FFF2-40B4-BE49-F238E27FC236}">
                <a16:creationId xmlns:a16="http://schemas.microsoft.com/office/drawing/2014/main" id="{6F35455A-E564-3048-09F3-B80704EE207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2460" y="1842194"/>
            <a:ext cx="340907" cy="2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4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04D7-32EF-B23D-F3FA-2FF2EBC0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0276A493-552B-3B85-65AD-EDE859F1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5CE28C6E-C933-455C-62F0-CD367F6A8019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3AC333B8-2C9E-6C8B-515F-C7D493885761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TIFFANY &amp; CO. </a:t>
            </a:r>
          </a:p>
          <a:p>
            <a:r>
              <a:rPr lang="en-US" altLang="zh-CN" dirty="0">
                <a:latin typeface="Calibre" panose="020B0503030202060203" pitchFamily="34" charset="0"/>
              </a:rPr>
              <a:t>TIFFANY NEW CAMPAIGN FACE WITH SAMMI CHENG, TITLE TBD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6B56948-7B86-0464-6E7F-5F8C15991D9C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3549"/>
            <a:ext cx="717260" cy="225577"/>
            <a:chOff x="1222349" y="11478686"/>
            <a:chExt cx="1381698" cy="434542"/>
          </a:xfrm>
        </p:grpSpPr>
        <p:pic>
          <p:nvPicPr>
            <p:cNvPr id="26" name="图片 3">
              <a:extLst>
                <a:ext uri="{FF2B5EF4-FFF2-40B4-BE49-F238E27FC236}">
                  <a16:creationId xmlns:a16="http://schemas.microsoft.com/office/drawing/2014/main" id="{92001610-3F03-7162-6AB9-0C562086780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28" name="Picture 2" descr="Icon&#10;&#10;Description automatically generated">
              <a:extLst>
                <a:ext uri="{FF2B5EF4-FFF2-40B4-BE49-F238E27FC236}">
                  <a16:creationId xmlns:a16="http://schemas.microsoft.com/office/drawing/2014/main" id="{C4F6D0D2-6165-6143-F90E-18D5DCA5CB8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7198" y="11480974"/>
              <a:ext cx="432000" cy="432254"/>
            </a:xfrm>
            <a:prstGeom prst="ellipse">
              <a:avLst/>
            </a:prstGeom>
          </p:spPr>
        </p:pic>
        <p:pic>
          <p:nvPicPr>
            <p:cNvPr id="29" name="Image 38">
              <a:extLst>
                <a:ext uri="{FF2B5EF4-FFF2-40B4-BE49-F238E27FC236}">
                  <a16:creationId xmlns:a16="http://schemas.microsoft.com/office/drawing/2014/main" id="{BBCBF99C-6F25-48F5-1ADA-92D43C1517E8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172047" y="11478686"/>
              <a:ext cx="432000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TextBox 2">
            <a:extLst>
              <a:ext uri="{FF2B5EF4-FFF2-40B4-BE49-F238E27FC236}">
                <a16:creationId xmlns:a16="http://schemas.microsoft.com/office/drawing/2014/main" id="{EAA5866B-52F8-0834-BA0C-B20D567F3066}"/>
              </a:ext>
            </a:extLst>
          </p:cNvPr>
          <p:cNvSpPr txBox="1"/>
          <p:nvPr/>
        </p:nvSpPr>
        <p:spPr>
          <a:xfrm>
            <a:off x="3493445" y="4997144"/>
            <a:ext cx="5151597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latin typeface="Calibre" panose="020B0503030202060203" pitchFamily="34" charset="0"/>
              </a:rPr>
              <a:t>http://t.cn/AXfEHxdQ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4E903-FC1D-B165-4297-71694A9302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115" y="1888850"/>
            <a:ext cx="6665769" cy="3749495"/>
          </a:xfrm>
          <a:prstGeom prst="rect">
            <a:avLst/>
          </a:prstGeom>
        </p:spPr>
      </p:pic>
      <p:sp>
        <p:nvSpPr>
          <p:cNvPr id="11" name="文本框 21">
            <a:extLst>
              <a:ext uri="{FF2B5EF4-FFF2-40B4-BE49-F238E27FC236}">
                <a16:creationId xmlns:a16="http://schemas.microsoft.com/office/drawing/2014/main" id="{7E31AAA6-2A6E-021F-F96F-D7B4BAA8B57B}"/>
              </a:ext>
            </a:extLst>
          </p:cNvPr>
          <p:cNvSpPr txBox="1"/>
          <p:nvPr/>
        </p:nvSpPr>
        <p:spPr>
          <a:xfrm>
            <a:off x="4199797" y="5635781"/>
            <a:ext cx="373889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http://t.cn/AXKxyjz0</a:t>
            </a:r>
          </a:p>
          <a:p>
            <a:pPr algn="ctr"/>
            <a:r>
              <a:rPr lang="en-US" altLang="zh-CN" sz="1000" dirty="0">
                <a:latin typeface="Calibre" panose="020B0503030202060203" pitchFamily="34" charset="0"/>
              </a:rPr>
              <a:t>BRAND FRIEND</a:t>
            </a:r>
          </a:p>
          <a:p>
            <a:pPr algn="ctr" hangingPunct="0"/>
            <a:r>
              <a:rPr lang="en-US" altLang="zh-CN" sz="1000" b="1" dirty="0">
                <a:latin typeface="Calibre" panose="020B0503030202060203" pitchFamily="34" charset="0"/>
              </a:rPr>
              <a:t>SAMMI CHENG</a:t>
            </a:r>
          </a:p>
        </p:txBody>
      </p:sp>
      <p:pic>
        <p:nvPicPr>
          <p:cNvPr id="13" name="图片 18">
            <a:extLst>
              <a:ext uri="{FF2B5EF4-FFF2-40B4-BE49-F238E27FC236}">
                <a16:creationId xmlns:a16="http://schemas.microsoft.com/office/drawing/2014/main" id="{B05DCCCC-55D0-DF9D-0B97-933F1CD96B6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687" y="6353549"/>
            <a:ext cx="224257" cy="228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B25C38-243E-5A9E-8DA6-BA1DD0F2E0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2695" y="1888850"/>
            <a:ext cx="274344" cy="3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00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D817-0A74-24C0-D4F7-72E926AC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FCB5E02-B05B-5662-E3B7-9B1E66E4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C2BD1F21-85A0-1B02-A0CA-1E15B14FE048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223A5-7393-5662-A2C6-9ABBF29AA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743" y="1259359"/>
            <a:ext cx="1495245" cy="46166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ECDE83-C848-B25E-2CF2-13F511451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416375"/>
              </p:ext>
            </p:extLst>
          </p:nvPr>
        </p:nvGraphicFramePr>
        <p:xfrm>
          <a:off x="545660" y="1881188"/>
          <a:ext cx="11100679" cy="22567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5718">
                  <a:extLst>
                    <a:ext uri="{9D8B030D-6E8A-4147-A177-3AD203B41FA5}">
                      <a16:colId xmlns:a16="http://schemas.microsoft.com/office/drawing/2014/main" val="2042774547"/>
                    </a:ext>
                  </a:extLst>
                </a:gridCol>
                <a:gridCol w="4967111">
                  <a:extLst>
                    <a:ext uri="{9D8B030D-6E8A-4147-A177-3AD203B41FA5}">
                      <a16:colId xmlns:a16="http://schemas.microsoft.com/office/drawing/2014/main" val="1550935920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1279508057"/>
                    </a:ext>
                  </a:extLst>
                </a:gridCol>
                <a:gridCol w="2381955">
                  <a:extLst>
                    <a:ext uri="{9D8B030D-6E8A-4147-A177-3AD203B41FA5}">
                      <a16:colId xmlns:a16="http://schemas.microsoft.com/office/drawing/2014/main" val="3250925666"/>
                    </a:ext>
                  </a:extLst>
                </a:gridCol>
                <a:gridCol w="767645">
                  <a:extLst>
                    <a:ext uri="{9D8B030D-6E8A-4147-A177-3AD203B41FA5}">
                      <a16:colId xmlns:a16="http://schemas.microsoft.com/office/drawing/2014/main" val="4102694800"/>
                    </a:ext>
                  </a:extLst>
                </a:gridCol>
                <a:gridCol w="741272">
                  <a:extLst>
                    <a:ext uri="{9D8B030D-6E8A-4147-A177-3AD203B41FA5}">
                      <a16:colId xmlns:a16="http://schemas.microsoft.com/office/drawing/2014/main" val="3426225290"/>
                    </a:ext>
                  </a:extLst>
                </a:gridCol>
              </a:tblGrid>
              <a:tr h="420601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SOCIAL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AD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108282725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2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ND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GUCCI MONTE CARLO WITH TIAN XIWEI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33984333"/>
                  </a:ext>
                </a:extLst>
              </a:tr>
              <a:tr h="6288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9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BAZAAR MEN CHINA’S JUNE 2026 ISSUE WITH SONG WEILONG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424495480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9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MARIE CLAIRE CHINA JUNE 2026 ISSUE WITH ZHANG LINGHE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844537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252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7833-BF8A-FAC5-53C0-A02112AB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A9D6C92C-6AF6-4437-0B1D-FCDE760C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8012C9D8-CCDD-C44F-066E-B4D1EF7FC9B7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A9A28617-80F9-ADC9-2105-D7E4DBA36AA7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GUCCI</a:t>
            </a:r>
          </a:p>
          <a:p>
            <a:r>
              <a:rPr lang="en-US" altLang="zh-CN" dirty="0">
                <a:latin typeface="Calibre" panose="020B0503030202060203" pitchFamily="34" charset="0"/>
              </a:rPr>
              <a:t>GUCCI MONTE CARLO 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FA7660D7-B1BF-A544-7DD7-F9EE66EB97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5501" y="1759928"/>
            <a:ext cx="323336" cy="26513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F7A69004-4261-B061-9CF7-EB7C3F526200}"/>
              </a:ext>
            </a:extLst>
          </p:cNvPr>
          <p:cNvSpPr txBox="1"/>
          <p:nvPr/>
        </p:nvSpPr>
        <p:spPr>
          <a:xfrm>
            <a:off x="5339841" y="5753914"/>
            <a:ext cx="1800786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latin typeface="Calibre" panose="020B0503030202060203" pitchFamily="34" charset="0"/>
              </a:rPr>
              <a:t>BRAND FRIEND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latin typeface="Calibre" panose="020B0503030202060203" pitchFamily="34" charset="0"/>
              </a:rPr>
              <a:t>TIAN XIWEI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C5C2A-DD4B-A3FA-20AF-3160A0C900B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pSp>
        <p:nvGrpSpPr>
          <p:cNvPr id="7" name="组合 5">
            <a:extLst>
              <a:ext uri="{FF2B5EF4-FFF2-40B4-BE49-F238E27FC236}">
                <a16:creationId xmlns:a16="http://schemas.microsoft.com/office/drawing/2014/main" id="{A18F3AB5-D617-C9D2-AAFD-2C381D89299A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4736"/>
            <a:ext cx="457946" cy="225577"/>
            <a:chOff x="1222349" y="11480973"/>
            <a:chExt cx="882167" cy="434542"/>
          </a:xfrm>
        </p:grpSpPr>
        <p:pic>
          <p:nvPicPr>
            <p:cNvPr id="8" name="图片 3">
              <a:extLst>
                <a:ext uri="{FF2B5EF4-FFF2-40B4-BE49-F238E27FC236}">
                  <a16:creationId xmlns:a16="http://schemas.microsoft.com/office/drawing/2014/main" id="{5722ADC8-5FCA-0A47-6D0E-D4454F908AD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11" name="Image 38">
              <a:extLst>
                <a:ext uri="{FF2B5EF4-FFF2-40B4-BE49-F238E27FC236}">
                  <a16:creationId xmlns:a16="http://schemas.microsoft.com/office/drawing/2014/main" id="{CEDC06C6-812C-B153-A02C-7A8A989DAF15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672515" y="11480973"/>
              <a:ext cx="432001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C389B49-1859-01F2-60AC-BBC6B3591A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359" y="1738459"/>
            <a:ext cx="3769712" cy="37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E8E8-5F63-2EDB-2E75-BAC924BD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F5CC3CE-0923-3DCC-A244-54114EFB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AE9CAF98-AC3C-F9D3-4517-AC4CF616D48B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25E55534-A492-5B7C-9DF3-10CADE363F24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GUCCI</a:t>
            </a:r>
          </a:p>
          <a:p>
            <a:pPr>
              <a:defRPr/>
            </a:pPr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BAZAAR MEN CHINA’S JUNE 2026 ISSUE WITH SONG WEILONG</a:t>
            </a:r>
          </a:p>
          <a:p>
            <a:pPr>
              <a:defRPr/>
            </a:pPr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ABA62CB-A102-8647-630C-91F1F0E51C3B}"/>
              </a:ext>
            </a:extLst>
          </p:cNvPr>
          <p:cNvSpPr txBox="1"/>
          <p:nvPr/>
        </p:nvSpPr>
        <p:spPr>
          <a:xfrm>
            <a:off x="944240" y="5835601"/>
            <a:ext cx="1017867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latin typeface="Calibre" panose="020B0503030202060203" pitchFamily="34" charset="0"/>
              </a:rPr>
              <a:t>SONG WEILONG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D84E9-97DF-22B5-DF38-48D7978E2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13" y="1845691"/>
            <a:ext cx="3008503" cy="3869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310D5A-72F5-7A36-BEE8-A19170259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282" y="1845691"/>
            <a:ext cx="3008503" cy="3869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B980BE-DED7-F27A-1D9E-65951E885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748" y="1845691"/>
            <a:ext cx="3008503" cy="3869269"/>
          </a:xfrm>
          <a:prstGeom prst="rect">
            <a:avLst/>
          </a:prstGeom>
        </p:spPr>
      </p:pic>
      <p:pic>
        <p:nvPicPr>
          <p:cNvPr id="26" name="图片 3">
            <a:extLst>
              <a:ext uri="{FF2B5EF4-FFF2-40B4-BE49-F238E27FC236}">
                <a16:creationId xmlns:a16="http://schemas.microsoft.com/office/drawing/2014/main" id="{6B38983F-4560-DC0B-7F4A-5B281C59BBB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254" y="6354736"/>
            <a:ext cx="224258" cy="224390"/>
          </a:xfrm>
          <a:prstGeom prst="ellipse">
            <a:avLst/>
          </a:prstGeom>
        </p:spPr>
      </p:pic>
      <p:pic>
        <p:nvPicPr>
          <p:cNvPr id="29" name="Image 38">
            <a:extLst>
              <a:ext uri="{FF2B5EF4-FFF2-40B4-BE49-F238E27FC236}">
                <a16:creationId xmlns:a16="http://schemas.microsoft.com/office/drawing/2014/main" id="{C2E043C6-D01B-0826-DD64-3F7D10092C4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55542" y="6353549"/>
            <a:ext cx="224258" cy="22557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857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F5BA-903E-DC24-1249-EC3AE254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9F685F-14C6-0915-D144-02A94E6C1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729" y="1846748"/>
            <a:ext cx="3115339" cy="38682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971E90-81F7-772E-943C-906E2DBC6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131" y="1845690"/>
            <a:ext cx="3122803" cy="38774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6CB60D-9A2B-CF74-E8F8-7A465FB8FD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13" y="1845690"/>
            <a:ext cx="3056522" cy="3871595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C3877B3C-EC74-187D-2EA1-70392805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0C380CEA-BBE4-ED67-ED2C-2494FBB0AFB7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0236AB36-B81E-98FF-3E21-AF7F9C3A841A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GUCCI</a:t>
            </a:r>
          </a:p>
          <a:p>
            <a:pPr>
              <a:defRPr/>
            </a:pPr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MARIE CLAIRE CHINA JUNE 2026 ISSUE WITH ZHANG LINGHE</a:t>
            </a:r>
          </a:p>
          <a:p>
            <a:pPr>
              <a:defRPr/>
            </a:pPr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D760349-7D47-5B9E-DDFB-55B969350889}"/>
              </a:ext>
            </a:extLst>
          </p:cNvPr>
          <p:cNvSpPr txBox="1"/>
          <p:nvPr/>
        </p:nvSpPr>
        <p:spPr>
          <a:xfrm>
            <a:off x="944240" y="5835601"/>
            <a:ext cx="1017867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latin typeface="Calibre" panose="020B0503030202060203" pitchFamily="34" charset="0"/>
              </a:rPr>
              <a:t>ZHANG LINGHE</a:t>
            </a:r>
          </a:p>
        </p:txBody>
      </p:sp>
      <p:pic>
        <p:nvPicPr>
          <p:cNvPr id="11" name="图片 3">
            <a:extLst>
              <a:ext uri="{FF2B5EF4-FFF2-40B4-BE49-F238E27FC236}">
                <a16:creationId xmlns:a16="http://schemas.microsoft.com/office/drawing/2014/main" id="{A0C36730-0EA1-F456-31C0-D24E491A132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254" y="6354736"/>
            <a:ext cx="224258" cy="224390"/>
          </a:xfrm>
          <a:prstGeom prst="ellipse">
            <a:avLst/>
          </a:prstGeom>
        </p:spPr>
      </p:pic>
      <p:pic>
        <p:nvPicPr>
          <p:cNvPr id="13" name="Image 38">
            <a:extLst>
              <a:ext uri="{FF2B5EF4-FFF2-40B4-BE49-F238E27FC236}">
                <a16:creationId xmlns:a16="http://schemas.microsoft.com/office/drawing/2014/main" id="{61A65367-CABC-1483-7B43-D6EEA5F9D8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55542" y="6353549"/>
            <a:ext cx="224258" cy="22557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4674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9D7C-57A4-7F4D-EF90-F676A8A9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4F2995C5-356B-9526-FAAA-A8F70FC5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D5AB3C0F-E183-FF56-0C4B-10EB5AE4AEAD}"/>
              </a:ext>
            </a:extLst>
          </p:cNvPr>
          <p:cNvSpPr txBox="1">
            <a:spLocks/>
          </p:cNvSpPr>
          <p:nvPr/>
        </p:nvSpPr>
        <p:spPr>
          <a:xfrm>
            <a:off x="1876677" y="365490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pic>
        <p:nvPicPr>
          <p:cNvPr id="3" name="图片 12">
            <a:extLst>
              <a:ext uri="{FF2B5EF4-FFF2-40B4-BE49-F238E27FC236}">
                <a16:creationId xmlns:a16="http://schemas.microsoft.com/office/drawing/2014/main" id="{F44074FD-7F8E-3A73-4A1C-D7CF8BCFC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895" y="1230752"/>
            <a:ext cx="1036803" cy="37218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DDDC4F-1E4F-25CC-9E9D-FAE2563B4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891066"/>
              </p:ext>
            </p:extLst>
          </p:nvPr>
        </p:nvGraphicFramePr>
        <p:xfrm>
          <a:off x="1100833" y="1772321"/>
          <a:ext cx="10198537" cy="22567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7791">
                  <a:extLst>
                    <a:ext uri="{9D8B030D-6E8A-4147-A177-3AD203B41FA5}">
                      <a16:colId xmlns:a16="http://schemas.microsoft.com/office/drawing/2014/main" val="2042774547"/>
                    </a:ext>
                  </a:extLst>
                </a:gridCol>
                <a:gridCol w="4471264">
                  <a:extLst>
                    <a:ext uri="{9D8B030D-6E8A-4147-A177-3AD203B41FA5}">
                      <a16:colId xmlns:a16="http://schemas.microsoft.com/office/drawing/2014/main" val="1550935920"/>
                    </a:ext>
                  </a:extLst>
                </a:gridCol>
                <a:gridCol w="1044818">
                  <a:extLst>
                    <a:ext uri="{9D8B030D-6E8A-4147-A177-3AD203B41FA5}">
                      <a16:colId xmlns:a16="http://schemas.microsoft.com/office/drawing/2014/main" val="1279508057"/>
                    </a:ext>
                  </a:extLst>
                </a:gridCol>
                <a:gridCol w="2188376">
                  <a:extLst>
                    <a:ext uri="{9D8B030D-6E8A-4147-A177-3AD203B41FA5}">
                      <a16:colId xmlns:a16="http://schemas.microsoft.com/office/drawing/2014/main" val="3250925666"/>
                    </a:ext>
                  </a:extLst>
                </a:gridCol>
                <a:gridCol w="705259">
                  <a:extLst>
                    <a:ext uri="{9D8B030D-6E8A-4147-A177-3AD203B41FA5}">
                      <a16:colId xmlns:a16="http://schemas.microsoft.com/office/drawing/2014/main" val="4102694800"/>
                    </a:ext>
                  </a:extLst>
                </a:gridCol>
                <a:gridCol w="681029">
                  <a:extLst>
                    <a:ext uri="{9D8B030D-6E8A-4147-A177-3AD203B41FA5}">
                      <a16:colId xmlns:a16="http://schemas.microsoft.com/office/drawing/2014/main" val="3426225290"/>
                    </a:ext>
                  </a:extLst>
                </a:gridCol>
              </a:tblGrid>
              <a:tr h="420601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PROJECT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ASSETS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SOCIAL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EC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AD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108282725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1-TBD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ST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FENDI BAGUETTE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33984333"/>
                  </a:ext>
                </a:extLst>
              </a:tr>
              <a:tr h="6288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6-9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FENDI’S FW26/27 COUTURE SHOW WITH TIFFANY TANG-ARRIVAL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424495480"/>
                  </a:ext>
                </a:extLst>
              </a:tr>
              <a:tr h="6036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JULY 10-13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latin typeface="Futura Lt BT" panose="020B0402020204020303" pitchFamily="34" charset="0"/>
                          <a:cs typeface="Arial" panose="020B0604020202020204" pitchFamily="34" charset="0"/>
                        </a:rPr>
                        <a:t>th</a:t>
                      </a:r>
                      <a:endParaRPr lang="en-US" sz="1100" dirty="0">
                        <a:solidFill>
                          <a:schemeClr val="tx1"/>
                        </a:solidFill>
                        <a:latin typeface="Futura Lt BT" panose="020B0402020204020303" pitchFamily="34" charset="0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82555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Futura Lt BT" panose="020B0402020204020303" pitchFamily="34" charset="0"/>
                        </a:rPr>
                        <a:t>AT FENDI’S FW26/27 COUTURE SHOW WITH TIFFANY TANG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PHOTO</a:t>
                      </a: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WEIBO/RED/WECHAT/TIKTOK</a:t>
                      </a:r>
                      <a:endParaRPr kumimoji="0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Futura Lt BT" panose="020B04020202040203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50106" marR="150106" marT="75053" marB="7505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Futura Lt BT" panose="020B0402020204020303" pitchFamily="34" charset="0"/>
                          <a:ea typeface="+mn-ea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844537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541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039A-CD61-5F86-925E-0D9BB77C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BF3ABF5B-EBDE-9969-AD73-F25371407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912" y="3876109"/>
            <a:ext cx="1250620" cy="166749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B0F0DC8-8E75-B059-D3D1-DA3EA3B4F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482" y="3896399"/>
            <a:ext cx="1232623" cy="164349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0C9BC5E-9D67-F43F-8256-6D1FBB564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39" y="3896052"/>
            <a:ext cx="1232623" cy="164349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166859D6-BBF5-BA7A-91EE-0299F96F94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964" y="3897477"/>
            <a:ext cx="1322570" cy="165417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F2F1A22-C8E3-4A92-4659-BEAC982F28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759" y="3901560"/>
            <a:ext cx="1231533" cy="164204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1B982913-289B-E0D2-C5C9-9F8AD1049D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959" y="3893370"/>
            <a:ext cx="1251464" cy="166861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EE7250D-62B9-1FDA-1402-039193DA99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745" y="1843833"/>
            <a:ext cx="1267750" cy="16903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478EF25-2C42-1D5F-EB89-0C3E92884E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278" y="1850013"/>
            <a:ext cx="1252115" cy="166948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0B17256-F4F1-978D-F26C-50CA79BC68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573" y="1841546"/>
            <a:ext cx="1259859" cy="167981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C00A3B0-33FE-2981-038F-E7D6120302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0" b="3138"/>
          <a:stretch>
            <a:fillRect/>
          </a:stretch>
        </p:blipFill>
        <p:spPr>
          <a:xfrm>
            <a:off x="4035006" y="1855698"/>
            <a:ext cx="1202800" cy="16656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06286B-9CC1-A5B1-390B-2BA95DDA95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94" y="1849906"/>
            <a:ext cx="1251877" cy="166917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85A2681-1744-F729-EAA1-573861BAC3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320" y="1849504"/>
            <a:ext cx="1251877" cy="1669169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A3709897-1280-0D1D-5440-D20AB8B9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D9E8C7EB-BDE0-E480-F0CD-A664253510E0}"/>
              </a:ext>
            </a:extLst>
          </p:cNvPr>
          <p:cNvSpPr txBox="1">
            <a:spLocks/>
          </p:cNvSpPr>
          <p:nvPr/>
        </p:nvSpPr>
        <p:spPr>
          <a:xfrm>
            <a:off x="1847553" y="344018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A700D027-560A-57B1-00BD-DB431FB79760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FENDI</a:t>
            </a:r>
          </a:p>
          <a:p>
            <a:r>
              <a:rPr lang="en-US" altLang="zh-CN" dirty="0">
                <a:latin typeface="Calibre" panose="020B0503030202060203" pitchFamily="34" charset="0"/>
              </a:rPr>
              <a:t>FENDI BAGUETTE 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31531B06-DD0A-B1C6-3605-8B3BDE39F57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400" y="1777754"/>
            <a:ext cx="323336" cy="265136"/>
          </a:xfrm>
          <a:prstGeom prst="rect">
            <a:avLst/>
          </a:prstGeom>
        </p:spPr>
      </p:pic>
      <p:pic>
        <p:nvPicPr>
          <p:cNvPr id="30" name="图片 3">
            <a:extLst>
              <a:ext uri="{FF2B5EF4-FFF2-40B4-BE49-F238E27FC236}">
                <a16:creationId xmlns:a16="http://schemas.microsoft.com/office/drawing/2014/main" id="{388DDAF3-0204-1199-C409-80FA93F1574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120" y="6379603"/>
            <a:ext cx="224258" cy="224391"/>
          </a:xfrm>
          <a:prstGeom prst="ellipse">
            <a:avLst/>
          </a:prstGeom>
        </p:spPr>
      </p:pic>
      <p:pic>
        <p:nvPicPr>
          <p:cNvPr id="31" name="Image 38">
            <a:extLst>
              <a:ext uri="{FF2B5EF4-FFF2-40B4-BE49-F238E27FC236}">
                <a16:creationId xmlns:a16="http://schemas.microsoft.com/office/drawing/2014/main" id="{E03BA3F5-CC95-D872-C78B-1A429AF49C5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13943" y="6379603"/>
            <a:ext cx="224257" cy="225578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4A8E506-EE16-6E60-01BF-8C106232D342}"/>
              </a:ext>
            </a:extLst>
          </p:cNvPr>
          <p:cNvSpPr txBox="1"/>
          <p:nvPr/>
        </p:nvSpPr>
        <p:spPr>
          <a:xfrm>
            <a:off x="1262829" y="3539739"/>
            <a:ext cx="119132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FAIR XING</a:t>
            </a:r>
          </a:p>
        </p:txBody>
      </p:sp>
      <p:sp>
        <p:nvSpPr>
          <p:cNvPr id="42" name="文本框 5">
            <a:extLst>
              <a:ext uri="{FF2B5EF4-FFF2-40B4-BE49-F238E27FC236}">
                <a16:creationId xmlns:a16="http://schemas.microsoft.com/office/drawing/2014/main" id="{4A63AD62-C4F1-4462-0D05-FC62AFDAFBF3}"/>
              </a:ext>
            </a:extLst>
          </p:cNvPr>
          <p:cNvSpPr txBox="1"/>
          <p:nvPr/>
        </p:nvSpPr>
        <p:spPr>
          <a:xfrm>
            <a:off x="1273694" y="5557681"/>
            <a:ext cx="11804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WANG YINGLU</a:t>
            </a:r>
          </a:p>
        </p:txBody>
      </p:sp>
      <p:sp>
        <p:nvSpPr>
          <p:cNvPr id="10" name="文本框 5">
            <a:extLst>
              <a:ext uri="{FF2B5EF4-FFF2-40B4-BE49-F238E27FC236}">
                <a16:creationId xmlns:a16="http://schemas.microsoft.com/office/drawing/2014/main" id="{EB071E0A-95C0-07ED-2A26-7BB32BD48073}"/>
              </a:ext>
            </a:extLst>
          </p:cNvPr>
          <p:cNvSpPr txBox="1"/>
          <p:nvPr/>
        </p:nvSpPr>
        <p:spPr>
          <a:xfrm>
            <a:off x="8220437" y="5551648"/>
            <a:ext cx="12409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KYULKYUNG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A33F9-1D10-0355-F94B-21C470E60B1D}"/>
              </a:ext>
            </a:extLst>
          </p:cNvPr>
          <p:cNvSpPr txBox="1"/>
          <p:nvPr/>
        </p:nvSpPr>
        <p:spPr>
          <a:xfrm>
            <a:off x="2962436" y="3116133"/>
            <a:ext cx="5070727" cy="363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</p:txBody>
      </p:sp>
      <p:sp>
        <p:nvSpPr>
          <p:cNvPr id="36" name="文本框 5">
            <a:extLst>
              <a:ext uri="{FF2B5EF4-FFF2-40B4-BE49-F238E27FC236}">
                <a16:creationId xmlns:a16="http://schemas.microsoft.com/office/drawing/2014/main" id="{8B35E99F-B525-9289-6498-89E5F3807901}"/>
              </a:ext>
            </a:extLst>
          </p:cNvPr>
          <p:cNvSpPr txBox="1"/>
          <p:nvPr/>
        </p:nvSpPr>
        <p:spPr>
          <a:xfrm>
            <a:off x="2466794" y="3534166"/>
            <a:ext cx="154468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SNOW KONG</a:t>
            </a:r>
          </a:p>
        </p:txBody>
      </p:sp>
      <p:sp>
        <p:nvSpPr>
          <p:cNvPr id="11" name="文本框 5">
            <a:extLst>
              <a:ext uri="{FF2B5EF4-FFF2-40B4-BE49-F238E27FC236}">
                <a16:creationId xmlns:a16="http://schemas.microsoft.com/office/drawing/2014/main" id="{274C2CFE-28EF-90D0-3A55-3E1FFD2665BF}"/>
              </a:ext>
            </a:extLst>
          </p:cNvPr>
          <p:cNvSpPr txBox="1"/>
          <p:nvPr/>
        </p:nvSpPr>
        <p:spPr>
          <a:xfrm>
            <a:off x="4039503" y="3524040"/>
            <a:ext cx="106218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ACTOR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ELVIS HAN</a:t>
            </a:r>
          </a:p>
        </p:txBody>
      </p:sp>
      <p:sp>
        <p:nvSpPr>
          <p:cNvPr id="15" name="文本框 5">
            <a:extLst>
              <a:ext uri="{FF2B5EF4-FFF2-40B4-BE49-F238E27FC236}">
                <a16:creationId xmlns:a16="http://schemas.microsoft.com/office/drawing/2014/main" id="{C37E961F-E1A9-92D8-E84E-00BD07F133D4}"/>
              </a:ext>
            </a:extLst>
          </p:cNvPr>
          <p:cNvSpPr txBox="1"/>
          <p:nvPr/>
        </p:nvSpPr>
        <p:spPr>
          <a:xfrm>
            <a:off x="5423392" y="3510959"/>
            <a:ext cx="109082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CECILIA CHEUNG</a:t>
            </a:r>
          </a:p>
        </p:txBody>
      </p:sp>
      <p:sp>
        <p:nvSpPr>
          <p:cNvPr id="22" name="文本框 5">
            <a:extLst>
              <a:ext uri="{FF2B5EF4-FFF2-40B4-BE49-F238E27FC236}">
                <a16:creationId xmlns:a16="http://schemas.microsoft.com/office/drawing/2014/main" id="{FF756E7E-0C51-AED6-3FB0-946DC92A7B56}"/>
              </a:ext>
            </a:extLst>
          </p:cNvPr>
          <p:cNvSpPr txBox="1"/>
          <p:nvPr/>
        </p:nvSpPr>
        <p:spPr>
          <a:xfrm>
            <a:off x="7006727" y="3507372"/>
            <a:ext cx="98236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ANDY YANG</a:t>
            </a:r>
          </a:p>
        </p:txBody>
      </p:sp>
      <p:sp>
        <p:nvSpPr>
          <p:cNvPr id="46" name="文本框 5">
            <a:extLst>
              <a:ext uri="{FF2B5EF4-FFF2-40B4-BE49-F238E27FC236}">
                <a16:creationId xmlns:a16="http://schemas.microsoft.com/office/drawing/2014/main" id="{A2AED23F-BDE2-A159-A867-9DEFDC17561B}"/>
              </a:ext>
            </a:extLst>
          </p:cNvPr>
          <p:cNvSpPr txBox="1"/>
          <p:nvPr/>
        </p:nvSpPr>
        <p:spPr>
          <a:xfrm>
            <a:off x="2591834" y="5555110"/>
            <a:ext cx="127336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NARAN</a:t>
            </a:r>
          </a:p>
        </p:txBody>
      </p:sp>
      <p:sp>
        <p:nvSpPr>
          <p:cNvPr id="52" name="文本框 5">
            <a:extLst>
              <a:ext uri="{FF2B5EF4-FFF2-40B4-BE49-F238E27FC236}">
                <a16:creationId xmlns:a16="http://schemas.microsoft.com/office/drawing/2014/main" id="{2FC3E9DC-495A-96FF-C3A7-AC9D2A3D8F0F}"/>
              </a:ext>
            </a:extLst>
          </p:cNvPr>
          <p:cNvSpPr txBox="1"/>
          <p:nvPr/>
        </p:nvSpPr>
        <p:spPr>
          <a:xfrm>
            <a:off x="4024120" y="5572401"/>
            <a:ext cx="112817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ZHOU YIRAN</a:t>
            </a:r>
          </a:p>
        </p:txBody>
      </p:sp>
      <p:sp>
        <p:nvSpPr>
          <p:cNvPr id="58" name="文本框 5">
            <a:extLst>
              <a:ext uri="{FF2B5EF4-FFF2-40B4-BE49-F238E27FC236}">
                <a16:creationId xmlns:a16="http://schemas.microsoft.com/office/drawing/2014/main" id="{90B9EA7C-D279-6A6A-B2DC-DC3751012998}"/>
              </a:ext>
            </a:extLst>
          </p:cNvPr>
          <p:cNvSpPr txBox="1"/>
          <p:nvPr/>
        </p:nvSpPr>
        <p:spPr>
          <a:xfrm>
            <a:off x="5405025" y="5555109"/>
            <a:ext cx="122740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MAO XIAOHUI</a:t>
            </a:r>
          </a:p>
        </p:txBody>
      </p:sp>
      <p:sp>
        <p:nvSpPr>
          <p:cNvPr id="62" name="文本框 5">
            <a:extLst>
              <a:ext uri="{FF2B5EF4-FFF2-40B4-BE49-F238E27FC236}">
                <a16:creationId xmlns:a16="http://schemas.microsoft.com/office/drawing/2014/main" id="{20BF6154-4061-2FCD-052C-522FB3707C92}"/>
              </a:ext>
            </a:extLst>
          </p:cNvPr>
          <p:cNvSpPr txBox="1"/>
          <p:nvPr/>
        </p:nvSpPr>
        <p:spPr>
          <a:xfrm>
            <a:off x="6890883" y="5541865"/>
            <a:ext cx="109360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SINGER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FU JING</a:t>
            </a:r>
          </a:p>
        </p:txBody>
      </p:sp>
      <p:sp>
        <p:nvSpPr>
          <p:cNvPr id="14" name="文本框 5">
            <a:extLst>
              <a:ext uri="{FF2B5EF4-FFF2-40B4-BE49-F238E27FC236}">
                <a16:creationId xmlns:a16="http://schemas.microsoft.com/office/drawing/2014/main" id="{77D085DA-E1AA-CFA2-BD79-1FEC008BEA90}"/>
              </a:ext>
            </a:extLst>
          </p:cNvPr>
          <p:cNvSpPr txBox="1"/>
          <p:nvPr/>
        </p:nvSpPr>
        <p:spPr>
          <a:xfrm>
            <a:off x="8188857" y="3509702"/>
            <a:ext cx="12409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ACTRESS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ZHANG YISHANG</a:t>
            </a:r>
          </a:p>
        </p:txBody>
      </p:sp>
      <p:sp>
        <p:nvSpPr>
          <p:cNvPr id="32" name="文本框 5">
            <a:extLst>
              <a:ext uri="{FF2B5EF4-FFF2-40B4-BE49-F238E27FC236}">
                <a16:creationId xmlns:a16="http://schemas.microsoft.com/office/drawing/2014/main" id="{B587F6F3-F3A5-9630-D004-AFE28FB48740}"/>
              </a:ext>
            </a:extLst>
          </p:cNvPr>
          <p:cNvSpPr txBox="1"/>
          <p:nvPr/>
        </p:nvSpPr>
        <p:spPr>
          <a:xfrm>
            <a:off x="9658117" y="5547781"/>
            <a:ext cx="116994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SINGER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CLARE DUAN</a:t>
            </a:r>
          </a:p>
        </p:txBody>
      </p:sp>
      <p:sp>
        <p:nvSpPr>
          <p:cNvPr id="33" name="文本框 5">
            <a:extLst>
              <a:ext uri="{FF2B5EF4-FFF2-40B4-BE49-F238E27FC236}">
                <a16:creationId xmlns:a16="http://schemas.microsoft.com/office/drawing/2014/main" id="{42371077-70DA-FDCB-CB09-6739F77D481A}"/>
              </a:ext>
            </a:extLst>
          </p:cNvPr>
          <p:cNvSpPr txBox="1"/>
          <p:nvPr/>
        </p:nvSpPr>
        <p:spPr>
          <a:xfrm>
            <a:off x="9639031" y="3521594"/>
            <a:ext cx="125146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latin typeface="Calibre" panose="020B0503030202060203" pitchFamily="34" charset="0"/>
              </a:rPr>
              <a:t>SINGER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900" b="1" dirty="0">
                <a:latin typeface="Calibre" panose="020B0503030202060203" pitchFamily="34" charset="0"/>
              </a:rPr>
              <a:t>QING LIAN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6396DC6-034A-3AD4-1292-5A9EA9C6FD0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115" y="1853965"/>
            <a:ext cx="1251844" cy="166912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0086C51-36DC-AC2D-0C42-0D2DEA36061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633" y="3884989"/>
            <a:ext cx="1240920" cy="16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1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C766-9F30-A80A-F07A-1112AE53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FD7C1204-34EC-68D3-78CE-057669EF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83774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87215459-1417-4E27-2617-281439B4DF35}"/>
              </a:ext>
            </a:extLst>
          </p:cNvPr>
          <p:cNvSpPr txBox="1">
            <a:spLocks/>
          </p:cNvSpPr>
          <p:nvPr/>
        </p:nvSpPr>
        <p:spPr>
          <a:xfrm>
            <a:off x="1847553" y="344018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51600D41-60AD-7506-07BC-0FD51647396C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FENDI</a:t>
            </a:r>
          </a:p>
          <a:p>
            <a:r>
              <a:rPr lang="en-US" altLang="zh-CN" dirty="0"/>
              <a:t>FENDI’S FW26/27 COUTURE SHOW WITH TIFFANY TANG-ARRIVAL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EE791EA4-9566-692E-7A15-01A7C3E185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990" y="1844675"/>
            <a:ext cx="323336" cy="265136"/>
          </a:xfrm>
          <a:prstGeom prst="rect">
            <a:avLst/>
          </a:prstGeom>
        </p:spPr>
      </p:pic>
      <p:sp>
        <p:nvSpPr>
          <p:cNvPr id="15" name="文本框 5">
            <a:extLst>
              <a:ext uri="{FF2B5EF4-FFF2-40B4-BE49-F238E27FC236}">
                <a16:creationId xmlns:a16="http://schemas.microsoft.com/office/drawing/2014/main" id="{EBA36E5B-57D2-7BF7-D100-2877E05E0A9F}"/>
              </a:ext>
            </a:extLst>
          </p:cNvPr>
          <p:cNvSpPr txBox="1"/>
          <p:nvPr/>
        </p:nvSpPr>
        <p:spPr>
          <a:xfrm>
            <a:off x="4523128" y="5579685"/>
            <a:ext cx="314574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latin typeface="Calibre" panose="020B0503030202060203" pitchFamily="34" charset="0"/>
              </a:rPr>
              <a:t>TIFFANY TANG</a:t>
            </a:r>
          </a:p>
        </p:txBody>
      </p:sp>
      <p:grpSp>
        <p:nvGrpSpPr>
          <p:cNvPr id="26" name="组合 14">
            <a:extLst>
              <a:ext uri="{FF2B5EF4-FFF2-40B4-BE49-F238E27FC236}">
                <a16:creationId xmlns:a16="http://schemas.microsoft.com/office/drawing/2014/main" id="{4C109DC4-EEBD-ACF2-BFE0-127359823E96}"/>
              </a:ext>
            </a:extLst>
          </p:cNvPr>
          <p:cNvGrpSpPr>
            <a:grpSpLocks noChangeAspect="1"/>
          </p:cNvGrpSpPr>
          <p:nvPr/>
        </p:nvGrpSpPr>
        <p:grpSpPr>
          <a:xfrm>
            <a:off x="380254" y="6353549"/>
            <a:ext cx="717260" cy="225577"/>
            <a:chOff x="1222349" y="11478686"/>
            <a:chExt cx="1381698" cy="434542"/>
          </a:xfrm>
        </p:grpSpPr>
        <p:pic>
          <p:nvPicPr>
            <p:cNvPr id="32" name="图片 3">
              <a:extLst>
                <a:ext uri="{FF2B5EF4-FFF2-40B4-BE49-F238E27FC236}">
                  <a16:creationId xmlns:a16="http://schemas.microsoft.com/office/drawing/2014/main" id="{FB173942-60F7-F863-D1CF-4D8570201B9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2349" y="11480973"/>
              <a:ext cx="432000" cy="432255"/>
            </a:xfrm>
            <a:prstGeom prst="ellipse">
              <a:avLst/>
            </a:prstGeom>
          </p:spPr>
        </p:pic>
        <p:pic>
          <p:nvPicPr>
            <p:cNvPr id="34" name="Picture 2" descr="Icon&#10;&#10;Description automatically generated">
              <a:extLst>
                <a:ext uri="{FF2B5EF4-FFF2-40B4-BE49-F238E27FC236}">
                  <a16:creationId xmlns:a16="http://schemas.microsoft.com/office/drawing/2014/main" id="{8CE08240-E72A-E5DB-194E-64CB7B111635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7198" y="11480974"/>
              <a:ext cx="432000" cy="432254"/>
            </a:xfrm>
            <a:prstGeom prst="ellipse">
              <a:avLst/>
            </a:prstGeom>
          </p:spPr>
        </p:pic>
        <p:pic>
          <p:nvPicPr>
            <p:cNvPr id="36" name="Image 38">
              <a:extLst>
                <a:ext uri="{FF2B5EF4-FFF2-40B4-BE49-F238E27FC236}">
                  <a16:creationId xmlns:a16="http://schemas.microsoft.com/office/drawing/2014/main" id="{75EF39E7-FE56-D62A-B092-C56F6230356C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2172047" y="11478686"/>
              <a:ext cx="432000" cy="434542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" name="图片 18">
            <a:extLst>
              <a:ext uri="{FF2B5EF4-FFF2-40B4-BE49-F238E27FC236}">
                <a16:creationId xmlns:a16="http://schemas.microsoft.com/office/drawing/2014/main" id="{9ED3F5B6-7EC1-542D-3E5B-F4F45FA6793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8687" y="6353549"/>
            <a:ext cx="224257" cy="228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6FDF5-547A-A90A-2708-7090CB2E28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83" y="1844674"/>
            <a:ext cx="2448591" cy="3672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218CB7-827D-2B78-4D1F-5BE4972EE5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75" y="1842324"/>
            <a:ext cx="2448591" cy="36728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1375C3-710A-0E55-5A4C-1E240677C5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729" y="1844674"/>
            <a:ext cx="2448591" cy="36728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DA52DB-6C28-9AC7-B440-4FC0F76221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221" y="1842323"/>
            <a:ext cx="2448591" cy="367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09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C8AF-2BB3-93C5-33BA-C3A02CF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A374D6A-79C5-09E8-31BC-2BB09BB2D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83774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re 3">
            <a:extLst>
              <a:ext uri="{FF2B5EF4-FFF2-40B4-BE49-F238E27FC236}">
                <a16:creationId xmlns:a16="http://schemas.microsoft.com/office/drawing/2014/main" id="{1D01C338-3EC8-2910-0C5B-BCBA14505835}"/>
              </a:ext>
            </a:extLst>
          </p:cNvPr>
          <p:cNvSpPr txBox="1">
            <a:spLocks/>
          </p:cNvSpPr>
          <p:nvPr/>
        </p:nvSpPr>
        <p:spPr>
          <a:xfrm>
            <a:off x="1847553" y="344018"/>
            <a:ext cx="974289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81700"/>
            <a:r>
              <a:rPr lang="en-US" altLang="zh-CN" sz="2000" spc="-5" dirty="0">
                <a:latin typeface="Calibre" panose="020B0503030202060203"/>
                <a:cs typeface="Futura Lt BT"/>
              </a:rPr>
              <a:t>COMPETITOR LOCAL ASSETS</a:t>
            </a:r>
          </a:p>
        </p:txBody>
      </p:sp>
      <p:sp>
        <p:nvSpPr>
          <p:cNvPr id="2" name="CHANEL">
            <a:extLst>
              <a:ext uri="{FF2B5EF4-FFF2-40B4-BE49-F238E27FC236}">
                <a16:creationId xmlns:a16="http://schemas.microsoft.com/office/drawing/2014/main" id="{F5700653-996D-8EE3-73C0-F81C6508C59B}"/>
              </a:ext>
            </a:extLst>
          </p:cNvPr>
          <p:cNvSpPr txBox="1"/>
          <p:nvPr/>
        </p:nvSpPr>
        <p:spPr>
          <a:xfrm>
            <a:off x="351530" y="904032"/>
            <a:ext cx="5888705" cy="81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376" rIns="50376">
            <a:spAutoFit/>
          </a:bodyPr>
          <a:lstStyle>
            <a:lvl1pPr>
              <a:spcBef>
                <a:spcPts val="300"/>
              </a:spcBef>
              <a:defRPr sz="1400" b="1"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r>
              <a:rPr lang="en-US" altLang="zh-CN" dirty="0">
                <a:latin typeface="Calibre" panose="020B0503030202060203" pitchFamily="34" charset="0"/>
              </a:rPr>
              <a:t>FENDI</a:t>
            </a:r>
          </a:p>
          <a:p>
            <a:r>
              <a:rPr lang="en-US" altLang="zh-CN" dirty="0"/>
              <a:t>AT FENDI’S FW26/27 COUTURE SHOW WITH TIFFANY TANG</a:t>
            </a:r>
          </a:p>
          <a:p>
            <a:r>
              <a:rPr lang="en-US" altLang="zh-CN" dirty="0">
                <a:solidFill>
                  <a:schemeClr val="dk1"/>
                </a:solidFill>
                <a:latin typeface="Calibre" panose="020B0503030202060203" pitchFamily="34" charset="0"/>
                <a:cs typeface="Arial" panose="020B0604020202020204" pitchFamily="34" charset="0"/>
              </a:rPr>
              <a:t>SOCIAL CONTENT</a:t>
            </a:r>
          </a:p>
        </p:txBody>
      </p:sp>
      <p:pic>
        <p:nvPicPr>
          <p:cNvPr id="3" name="Picture 27">
            <a:extLst>
              <a:ext uri="{FF2B5EF4-FFF2-40B4-BE49-F238E27FC236}">
                <a16:creationId xmlns:a16="http://schemas.microsoft.com/office/drawing/2014/main" id="{D6111115-B4DF-E199-0658-C6408467BD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5263" y="1719640"/>
            <a:ext cx="323336" cy="265136"/>
          </a:xfrm>
          <a:prstGeom prst="rect">
            <a:avLst/>
          </a:prstGeom>
        </p:spPr>
      </p:pic>
      <p:sp>
        <p:nvSpPr>
          <p:cNvPr id="15" name="文本框 5">
            <a:extLst>
              <a:ext uri="{FF2B5EF4-FFF2-40B4-BE49-F238E27FC236}">
                <a16:creationId xmlns:a16="http://schemas.microsoft.com/office/drawing/2014/main" id="{592938C0-294C-B9A4-7860-89C42570339A}"/>
              </a:ext>
            </a:extLst>
          </p:cNvPr>
          <p:cNvSpPr txBox="1"/>
          <p:nvPr/>
        </p:nvSpPr>
        <p:spPr>
          <a:xfrm>
            <a:off x="4523128" y="5579685"/>
            <a:ext cx="314574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latin typeface="Calibre" panose="020B0503030202060203" pitchFamily="34" charset="0"/>
              </a:rPr>
              <a:t>BRAND AMBASSADOR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latin typeface="Calibre" panose="020B0503030202060203" pitchFamily="34" charset="0"/>
              </a:rPr>
              <a:t>TIFFANY TANG</a:t>
            </a:r>
          </a:p>
        </p:txBody>
      </p:sp>
      <p:pic>
        <p:nvPicPr>
          <p:cNvPr id="32" name="图片 3">
            <a:extLst>
              <a:ext uri="{FF2B5EF4-FFF2-40B4-BE49-F238E27FC236}">
                <a16:creationId xmlns:a16="http://schemas.microsoft.com/office/drawing/2014/main" id="{7717E956-F7D2-D463-A437-5FA110F603A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254" y="6354736"/>
            <a:ext cx="224258" cy="224390"/>
          </a:xfrm>
          <a:prstGeom prst="ellipse">
            <a:avLst/>
          </a:prstGeom>
        </p:spPr>
      </p:pic>
      <p:pic>
        <p:nvPicPr>
          <p:cNvPr id="36" name="Image 38">
            <a:extLst>
              <a:ext uri="{FF2B5EF4-FFF2-40B4-BE49-F238E27FC236}">
                <a16:creationId xmlns:a16="http://schemas.microsoft.com/office/drawing/2014/main" id="{B8F36F01-4C0F-8CAC-C152-798C374012A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66427" y="6353549"/>
            <a:ext cx="224258" cy="22557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63E549-1FFF-1209-5CE0-AE28B67241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67"/>
          <a:stretch>
            <a:fillRect/>
          </a:stretch>
        </p:blipFill>
        <p:spPr>
          <a:xfrm>
            <a:off x="6240234" y="1629438"/>
            <a:ext cx="2625543" cy="39502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EB8EE0-8512-829D-56A3-5E1EED2FCC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457" y="1641370"/>
            <a:ext cx="2625543" cy="393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423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B2CC34D8096A4785F69FA4F2047863" ma:contentTypeVersion="8" ma:contentTypeDescription="Create a new document." ma:contentTypeScope="" ma:versionID="1fa573db0048e32a0ce814016eb44fb3">
  <xsd:schema xmlns:xsd="http://www.w3.org/2001/XMLSchema" xmlns:xs="http://www.w3.org/2001/XMLSchema" xmlns:p="http://schemas.microsoft.com/office/2006/metadata/properties" xmlns:ns3="9e42a8ed-c11e-4457-9483-819f019cc3aa" targetNamespace="http://schemas.microsoft.com/office/2006/metadata/properties" ma:root="true" ma:fieldsID="a1b0a19692eddf5f21cbe6065933ad5d" ns3:_="">
    <xsd:import namespace="9e42a8ed-c11e-4457-9483-819f019cc3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42a8ed-c11e-4457-9483-819f019cc3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768979-95A8-4A4E-8FB0-C29330DD12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9FA0FD-58EF-45B6-AA6B-3EE8A0C17F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4C9248-2BFC-4C53-B241-9697BAB02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42a8ed-c11e-4457-9483-819f019cc3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7abbbbc-b105-437d-9a5f-1d3953dc944f}" enabled="0" method="" siteId="{47abbbbc-b105-437d-9a5f-1d3953dc94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63712</TotalTime>
  <Words>696</Words>
  <Application>Microsoft Office PowerPoint</Application>
  <PresentationFormat>Widescreen</PresentationFormat>
  <Paragraphs>272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Calibre</vt:lpstr>
      <vt:lpstr>Aptos Display</vt:lpstr>
      <vt:lpstr>Arial</vt:lpstr>
      <vt:lpstr>Futura Lt BT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Christian Dior Couture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KAYSER</dc:creator>
  <cp:lastModifiedBy>Albert YUK</cp:lastModifiedBy>
  <cp:revision>137</cp:revision>
  <cp:lastPrinted>2025-12-03T04:56:32Z</cp:lastPrinted>
  <dcterms:created xsi:type="dcterms:W3CDTF">2025-06-25T16:04:49Z</dcterms:created>
  <dcterms:modified xsi:type="dcterms:W3CDTF">2026-07-14T10:08:48Z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0x0101004CB2CC34D8096A4785F69FA4F2047863</vt:lpwstr>
  </property>
</Properties>
</file>